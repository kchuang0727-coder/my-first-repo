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882" r:id="rId1"/>
    <p:sldMasterId id="2147484908" r:id="rId2"/>
    <p:sldMasterId id="2147485018" r:id="rId3"/>
    <p:sldMasterId id="2147485025" r:id="rId4"/>
    <p:sldMasterId id="2147485039" r:id="rId5"/>
  </p:sldMasterIdLst>
  <p:notesMasterIdLst>
    <p:notesMasterId r:id="rId33"/>
  </p:notesMasterIdLst>
  <p:handoutMasterIdLst>
    <p:handoutMasterId r:id="rId34"/>
  </p:handoutMasterIdLst>
  <p:sldIdLst>
    <p:sldId id="672" r:id="rId6"/>
    <p:sldId id="2147481549" r:id="rId7"/>
    <p:sldId id="2147481578" r:id="rId8"/>
    <p:sldId id="2147481633" r:id="rId9"/>
    <p:sldId id="2147481624" r:id="rId10"/>
    <p:sldId id="2147481623" r:id="rId11"/>
    <p:sldId id="2147481625" r:id="rId12"/>
    <p:sldId id="2147481564" r:id="rId13"/>
    <p:sldId id="2147481579" r:id="rId14"/>
    <p:sldId id="2147481632" r:id="rId15"/>
    <p:sldId id="2147481628" r:id="rId16"/>
    <p:sldId id="2147481627" r:id="rId17"/>
    <p:sldId id="2147481580" r:id="rId18"/>
    <p:sldId id="2147481595" r:id="rId19"/>
    <p:sldId id="2147481581" r:id="rId20"/>
    <p:sldId id="2147481610" r:id="rId21"/>
    <p:sldId id="2147481616" r:id="rId22"/>
    <p:sldId id="2147473643" r:id="rId23"/>
    <p:sldId id="2147481582" r:id="rId24"/>
    <p:sldId id="2147473628" r:id="rId25"/>
    <p:sldId id="2147481622" r:id="rId26"/>
    <p:sldId id="2147481629" r:id="rId27"/>
    <p:sldId id="2147481630" r:id="rId28"/>
    <p:sldId id="2147481631" r:id="rId29"/>
    <p:sldId id="257" r:id="rId30"/>
    <p:sldId id="2147481626" r:id="rId31"/>
    <p:sldId id="2147481621" r:id="rId32"/>
  </p:sldIdLst>
  <p:sldSz cx="14630400" cy="8229600"/>
  <p:notesSz cx="6858000" cy="9144000"/>
  <p:custDataLst>
    <p:tags r:id="rId35"/>
  </p:custDataLst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92071EF8-61C6-47DF-9E0B-5C831ED85015}">
          <p14:sldIdLst>
            <p14:sldId id="672"/>
            <p14:sldId id="2147481549"/>
            <p14:sldId id="2147481578"/>
            <p14:sldId id="2147481633"/>
            <p14:sldId id="2147481624"/>
            <p14:sldId id="2147481623"/>
            <p14:sldId id="2147481625"/>
            <p14:sldId id="2147481564"/>
            <p14:sldId id="2147481579"/>
            <p14:sldId id="2147481632"/>
            <p14:sldId id="2147481628"/>
            <p14:sldId id="2147481627"/>
            <p14:sldId id="2147481580"/>
            <p14:sldId id="2147481595"/>
            <p14:sldId id="2147481581"/>
            <p14:sldId id="2147481610"/>
            <p14:sldId id="2147481616"/>
            <p14:sldId id="2147473643"/>
            <p14:sldId id="2147481582"/>
          </p14:sldIdLst>
        </p14:section>
        <p14:section name="Appendix" id="{745DB056-C490-4091-B058-71969D09BA54}">
          <p14:sldIdLst>
            <p14:sldId id="2147473628"/>
            <p14:sldId id="2147481622"/>
            <p14:sldId id="2147481629"/>
            <p14:sldId id="2147481630"/>
            <p14:sldId id="2147481631"/>
            <p14:sldId id="257"/>
            <p14:sldId id="2147481626"/>
            <p14:sldId id="21474816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666" userDrawn="1">
          <p15:clr>
            <a:srgbClr val="9FCC3B"/>
          </p15:clr>
        </p15:guide>
        <p15:guide id="2" pos="4608" userDrawn="1">
          <p15:clr>
            <a:srgbClr val="9FCC3B"/>
          </p15:clr>
        </p15:guide>
        <p15:guide id="3" pos="6912" userDrawn="1">
          <p15:clr>
            <a:srgbClr val="9FCC3B"/>
          </p15:clr>
        </p15:guide>
        <p15:guide id="4" pos="2275" userDrawn="1">
          <p15:clr>
            <a:srgbClr val="9FCC3B"/>
          </p15:clr>
        </p15:guide>
        <p15:guide id="5" orient="horz" pos="1296" userDrawn="1">
          <p15:clr>
            <a:srgbClr val="FDE53C"/>
          </p15:clr>
        </p15:guide>
        <p15:guide id="6" orient="horz" pos="3888" userDrawn="1">
          <p15:clr>
            <a:srgbClr val="9FCC3B"/>
          </p15:clr>
        </p15:guide>
        <p15:guide id="7" pos="346" userDrawn="1">
          <p15:clr>
            <a:srgbClr val="9FCC3B"/>
          </p15:clr>
        </p15:guide>
        <p15:guide id="8" pos="5702" userDrawn="1">
          <p15:clr>
            <a:srgbClr val="9FCC3B"/>
          </p15:clr>
        </p15:guide>
        <p15:guide id="9" orient="horz" userDrawn="1">
          <p15:clr>
            <a:srgbClr val="9FCC3B"/>
          </p15:clr>
        </p15:guide>
        <p15:guide id="10" orient="horz" pos="5184" userDrawn="1">
          <p15:clr>
            <a:srgbClr val="9FCC3B"/>
          </p15:clr>
        </p15:guide>
        <p15:guide id="11" pos="288" userDrawn="1">
          <p15:clr>
            <a:srgbClr val="547EBF"/>
          </p15:clr>
        </p15:guide>
        <p15:guide id="12" pos="2448" userDrawn="1">
          <p15:clr>
            <a:srgbClr val="547EBF"/>
          </p15:clr>
        </p15:guide>
        <p15:guide id="13" pos="2160" userDrawn="1">
          <p15:clr>
            <a:srgbClr val="547EBF"/>
          </p15:clr>
        </p15:guide>
        <p15:guide id="14" pos="4752" userDrawn="1">
          <p15:clr>
            <a:srgbClr val="547EBF"/>
          </p15:clr>
        </p15:guide>
        <p15:guide id="15" pos="4464" userDrawn="1">
          <p15:clr>
            <a:srgbClr val="547EBF"/>
          </p15:clr>
        </p15:guide>
        <p15:guide id="16" pos="6768" userDrawn="1">
          <p15:clr>
            <a:srgbClr val="547EBF"/>
          </p15:clr>
        </p15:guide>
        <p15:guide id="17" pos="7056" userDrawn="1">
          <p15:clr>
            <a:srgbClr val="547EBF"/>
          </p15:clr>
        </p15:guide>
        <p15:guide id="18" pos="8928" userDrawn="1">
          <p15:clr>
            <a:srgbClr val="547EBF"/>
          </p15:clr>
        </p15:guide>
        <p15:guide id="19" orient="horz" pos="1440" userDrawn="1">
          <p15:clr>
            <a:srgbClr val="547EBF"/>
          </p15:clr>
        </p15:guide>
        <p15:guide id="20" orient="horz" pos="4896" userDrawn="1">
          <p15:clr>
            <a:srgbClr val="547EBF"/>
          </p15:clr>
        </p15:guide>
        <p15:guide id="21" orient="horz" pos="288" userDrawn="1">
          <p15:clr>
            <a:srgbClr val="547EBF"/>
          </p15:clr>
        </p15:guide>
        <p15:guide id="22" orient="horz" pos="405" userDrawn="1">
          <p15:clr>
            <a:srgbClr val="547EBF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BM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DAE"/>
    <a:srgbClr val="FFB001"/>
    <a:srgbClr val="D7E8F9"/>
    <a:srgbClr val="348DE1"/>
    <a:srgbClr val="B6B7BD"/>
    <a:srgbClr val="B9BAC0"/>
    <a:srgbClr val="ACADB3"/>
    <a:srgbClr val="A0C5FF"/>
    <a:srgbClr val="BCD3E6"/>
    <a:srgbClr val="C8E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7"/>
  </p:normalViewPr>
  <p:slideViewPr>
    <p:cSldViewPr snapToGrid="0">
      <p:cViewPr varScale="1">
        <p:scale>
          <a:sx n="83" d="100"/>
          <a:sy n="83" d="100"/>
        </p:scale>
        <p:origin x="912" y="96"/>
      </p:cViewPr>
      <p:guideLst>
        <p:guide orient="horz" pos="4666"/>
        <p:guide pos="4608"/>
        <p:guide pos="6912"/>
        <p:guide pos="2275"/>
        <p:guide orient="horz" pos="1296"/>
        <p:guide orient="horz" pos="3888"/>
        <p:guide pos="346"/>
        <p:guide pos="5702"/>
        <p:guide orient="horz"/>
        <p:guide orient="horz" pos="5184"/>
        <p:guide pos="288"/>
        <p:guide pos="2448"/>
        <p:guide pos="2160"/>
        <p:guide pos="4752"/>
        <p:guide pos="4464"/>
        <p:guide pos="6768"/>
        <p:guide pos="7056"/>
        <p:guide pos="8928"/>
        <p:guide orient="horz" pos="1440"/>
        <p:guide orient="horz" pos="4896"/>
        <p:guide orient="horz" pos="288"/>
        <p:guide orient="horz" pos="4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gs" Target="tags/tag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3A1D4-C2F1-4FBA-9F37-B87A976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01E57-0ADC-4285-9663-DD3D73EBE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2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5288BB53-F264-D84E-8876-073A512183CA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698D0594-4E60-8F4B-8226-C705B94694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8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D0594-4E60-8F4B-8226-C705B94694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707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sz="1200" b="1"/>
          </a:p>
          <a:p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094139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4094-9512-6BC2-AFC3-18B4E66A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1970D-4BC5-C985-D704-37FDFC33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E0EB8-FE72-69A9-A9E0-DE99F43CB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sz="1200" b="1"/>
          </a:p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3B075-D538-3953-F1B2-7F695AC04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67708-9922-F34E-4C59-F0B6EC36E5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996285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66C99-C71C-1B0F-3A3D-81C29C252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16624-0E9A-8684-42FD-6245D96C8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FE680-2525-813B-5A68-1F8415C88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2944A-453D-20BD-52C7-EFD0DCE1E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D0594-4E60-8F4B-8226-C705B94694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charset="0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622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E4C3-9425-36F4-F1A6-5D818637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EC684-584C-CDE4-F686-1D4E5DC8A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E5887-1292-0913-C816-4838877E9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F2151-E32B-0D27-F046-01A3CE50F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D0594-4E60-8F4B-8226-C705B94694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charset="0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161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E77F-41F3-0A5A-A20B-09C0BEF6D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4F74D-4B25-4293-A3D1-D2CF9CF4F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76A4D-3AB9-A6E1-70F4-BDC72FF70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3D0CE-C31D-07B0-ECC9-011733C1E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D0594-4E60-8F4B-8226-C705B94694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charset="0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101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4B5C-63E0-CFC3-D678-FFBEBA4E6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FE741-D5FA-5160-7C30-3D73B4585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2CAD9-57BD-088D-A664-B40E88197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sz="1200" b="1"/>
          </a:p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72168-F444-D802-7FE6-C28F24ACF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BE1B3-3DA2-0BB0-15DB-EF28B2AF2F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445209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0771-D793-FA62-4C1F-97512CAD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D5FC5-1069-D590-338C-537DD87AF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8C48F-5C5A-C7DC-9F0C-D6955B5EB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sz="1200" b="1"/>
          </a:p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180A3-CD09-2A26-22F7-5150FDC3B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F422D-D30A-0F47-A7BD-6280598F85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10378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TW" sz="1200">
                <a:solidFill>
                  <a:schemeClr val="tx1"/>
                </a:solidFill>
              </a:rPr>
              <a:t>初步會議規劃</a:t>
            </a:r>
          </a:p>
          <a:p>
            <a:pPr algn="l"/>
            <a:endParaRPr lang="en-TW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TW" sz="1200" b="1">
                <a:solidFill>
                  <a:schemeClr val="tx1"/>
                </a:solidFill>
              </a:rPr>
              <a:t>EC會議：</a:t>
            </a:r>
            <a:r>
              <a:rPr lang="en-TW" sz="1200">
                <a:solidFill>
                  <a:schemeClr val="tx1"/>
                </a:solidFill>
              </a:rPr>
              <a:t>一週 1-2場會議，預計安排於週一</a:t>
            </a:r>
            <a:r>
              <a:rPr lang="zh-TW" altLang="en-US" sz="1200">
                <a:solidFill>
                  <a:schemeClr val="tx1"/>
                </a:solidFill>
              </a:rPr>
              <a:t> </a:t>
            </a:r>
            <a:r>
              <a:rPr lang="en-US" altLang="zh-TW" sz="1200">
                <a:solidFill>
                  <a:schemeClr val="tx1"/>
                </a:solidFill>
              </a:rPr>
              <a:t>&amp; </a:t>
            </a:r>
            <a:r>
              <a:rPr lang="en-TW" sz="1200">
                <a:solidFill>
                  <a:schemeClr val="tx1"/>
                </a:solidFill>
              </a:rPr>
              <a:t>週五 下午</a:t>
            </a:r>
            <a:r>
              <a:rPr lang="zh-TW" altLang="en-US" sz="1200">
                <a:solidFill>
                  <a:schemeClr val="tx1"/>
                </a:solidFill>
              </a:rPr>
              <a:t> 每場 </a:t>
            </a:r>
            <a:r>
              <a:rPr lang="en-US" altLang="zh-TW" sz="1200">
                <a:solidFill>
                  <a:schemeClr val="tx1"/>
                </a:solidFill>
              </a:rPr>
              <a:t>2~3</a:t>
            </a:r>
            <a:r>
              <a:rPr lang="zh-TW" altLang="en-US" sz="1200">
                <a:solidFill>
                  <a:schemeClr val="tx1"/>
                </a:solidFill>
              </a:rPr>
              <a:t>小時</a:t>
            </a:r>
            <a:r>
              <a:rPr lang="en-US" altLang="zh-TW" sz="1200">
                <a:solidFill>
                  <a:schemeClr val="tx1"/>
                </a:solidFill>
              </a:rPr>
              <a:t> 14:00- 17:00 (16:00)</a:t>
            </a:r>
            <a:endParaRPr lang="en-TW" sz="1200" b="0" i="0" kern="1200">
              <a:solidFill>
                <a:schemeClr val="tx1"/>
              </a:solidFill>
              <a:latin typeface="Arial Regular" charset="0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>
                <a:solidFill>
                  <a:schemeClr val="tx1"/>
                </a:solidFill>
              </a:rPr>
              <a:t>PMO</a:t>
            </a:r>
            <a:r>
              <a:rPr lang="zh-TW" altLang="en-US" sz="1200" b="1">
                <a:solidFill>
                  <a:schemeClr val="tx1"/>
                </a:solidFill>
              </a:rPr>
              <a:t>會議 </a:t>
            </a:r>
            <a:r>
              <a:rPr lang="en-US" altLang="zh-TW" sz="1200" b="1">
                <a:solidFill>
                  <a:schemeClr val="tx1"/>
                </a:solidFill>
              </a:rPr>
              <a:t>(</a:t>
            </a:r>
            <a:r>
              <a:rPr lang="zh-TW" altLang="en-US" sz="1200" b="1" kern="0">
                <a:solidFill>
                  <a:srgbClr val="000000"/>
                </a:solidFill>
                <a:latin typeface="IBM Plex Sans Regular"/>
              </a:rPr>
              <a:t>專案管理辦公室週會</a:t>
            </a:r>
            <a:r>
              <a:rPr lang="en-US" altLang="zh-TW" sz="1200" b="1" kern="0">
                <a:solidFill>
                  <a:srgbClr val="000000"/>
                </a:solidFill>
                <a:latin typeface="IBM Plex Sans Regular"/>
              </a:rPr>
              <a:t>)</a:t>
            </a:r>
            <a:r>
              <a:rPr lang="zh-TW" altLang="en-US" sz="1200" b="1" kern="0">
                <a:solidFill>
                  <a:srgbClr val="000000"/>
                </a:solidFill>
                <a:latin typeface="IBM Plex Sans Regular"/>
              </a:rPr>
              <a:t> </a:t>
            </a:r>
            <a:r>
              <a:rPr lang="zh-TW" altLang="en-US" sz="1200" b="1">
                <a:solidFill>
                  <a:schemeClr val="tx1"/>
                </a:solidFill>
              </a:rPr>
              <a:t>：</a:t>
            </a:r>
            <a:r>
              <a:rPr lang="zh-TW" altLang="en-US" sz="1200">
                <a:solidFill>
                  <a:schemeClr val="tx1"/>
                </a:solidFill>
              </a:rPr>
              <a:t>每週五早上 </a:t>
            </a:r>
            <a:r>
              <a:rPr lang="en-US" altLang="zh-TW" sz="1200">
                <a:solidFill>
                  <a:schemeClr val="tx1"/>
                </a:solidFill>
              </a:rPr>
              <a:t>11:00-12:00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>
                <a:solidFill>
                  <a:schemeClr val="tx1"/>
                </a:solidFill>
              </a:rPr>
              <a:t>Steering Committee </a:t>
            </a:r>
            <a:r>
              <a:rPr lang="zh-TW" altLang="en-US" sz="1200" b="1">
                <a:solidFill>
                  <a:schemeClr val="tx1"/>
                </a:solidFill>
              </a:rPr>
              <a:t>會議 </a:t>
            </a:r>
            <a:r>
              <a:rPr lang="en-US" altLang="zh-TW" sz="1200" b="1">
                <a:solidFill>
                  <a:schemeClr val="tx1"/>
                </a:solidFill>
              </a:rPr>
              <a:t>(</a:t>
            </a:r>
            <a:r>
              <a:rPr lang="zh-TW" altLang="en-US" sz="1200" b="1" kern="0">
                <a:solidFill>
                  <a:srgbClr val="000000"/>
                </a:solidFill>
                <a:latin typeface="IBM Plex Sans Regular"/>
              </a:rPr>
              <a:t>專案督導委員會月會</a:t>
            </a:r>
            <a:r>
              <a:rPr lang="en-US" altLang="zh-TW" sz="1200" b="1" kern="0">
                <a:solidFill>
                  <a:srgbClr val="000000"/>
                </a:solidFill>
                <a:latin typeface="IBM Plex Sans Regular"/>
              </a:rPr>
              <a:t>) </a:t>
            </a:r>
            <a:r>
              <a:rPr lang="zh-TW" altLang="en-US" sz="1200">
                <a:solidFill>
                  <a:schemeClr val="tx1"/>
                </a:solidFill>
              </a:rPr>
              <a:t>每月月初第一週週五，接續於</a:t>
            </a:r>
            <a:r>
              <a:rPr lang="en-US" altLang="zh-TW" sz="1200">
                <a:solidFill>
                  <a:schemeClr val="tx1"/>
                </a:solidFill>
              </a:rPr>
              <a:t>PMO</a:t>
            </a:r>
            <a:r>
              <a:rPr lang="zh-TW" altLang="en-US" sz="1200">
                <a:solidFill>
                  <a:schemeClr val="tx1"/>
                </a:solidFill>
              </a:rPr>
              <a:t>之後</a:t>
            </a:r>
            <a:r>
              <a:rPr lang="en-US" altLang="zh-TW" sz="1200">
                <a:solidFill>
                  <a:schemeClr val="tx1"/>
                </a:solidFill>
              </a:rPr>
              <a:t> 3:00-4:00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TW" sz="1200" b="1">
                <a:solidFill>
                  <a:schemeClr val="tx1"/>
                </a:solidFill>
              </a:rPr>
              <a:t>客製</a:t>
            </a:r>
            <a:r>
              <a:rPr lang="zh-TW" altLang="en-US" sz="1200" b="1">
                <a:solidFill>
                  <a:schemeClr val="tx1"/>
                </a:solidFill>
              </a:rPr>
              <a:t>客製人事異動表單</a:t>
            </a:r>
            <a:r>
              <a:rPr lang="en-TW" sz="1200" b="1">
                <a:solidFill>
                  <a:schemeClr val="tx1"/>
                </a:solidFill>
              </a:rPr>
              <a:t>開發(BTP)/ 系統整合(INT)/ 單點登入(SSO) 等相關會議：</a:t>
            </a:r>
            <a:r>
              <a:rPr lang="en-TW" sz="1200">
                <a:solidFill>
                  <a:schemeClr val="tx1"/>
                </a:solidFill>
              </a:rPr>
              <a:t>將於7月開始，預計每週各模組</a:t>
            </a:r>
            <a:r>
              <a:rPr lang="zh-TW" altLang="en-US" sz="1200">
                <a:solidFill>
                  <a:schemeClr val="tx1"/>
                </a:solidFill>
              </a:rPr>
              <a:t> </a:t>
            </a:r>
            <a:r>
              <a:rPr lang="en-TW" sz="1200">
                <a:solidFill>
                  <a:schemeClr val="tx1"/>
                </a:solidFill>
              </a:rPr>
              <a:t>1~1.5小時，暫訂於週四</a:t>
            </a:r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D0594-4E60-8F4B-8226-C705B94694A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17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0B175-5CA7-6721-82C5-516F5A6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49E52-6D79-DB39-14F7-B0CA745F4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87EFA-ABA1-E7A3-470F-1D6BFD6CD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sz="1200" b="1"/>
          </a:p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0A61E-386A-3F47-9AED-26327D6F1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E9967-038D-6804-3179-273B747062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492901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D0594-4E60-8F4B-8226-C705B94694A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29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C44DF-EFA8-73EA-6B92-55973617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8EC1A-EFBD-E93B-6425-25393DC17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5D555-05BD-3537-2E4D-3D0DFDB9F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4C004-F008-7DE3-E62D-B8B8CB651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D0594-4E60-8F4B-8226-C705B94694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charset="0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817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6D59-B3C5-6F60-0BDC-1CD7A392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33087-154E-73AE-2A30-F107CB7D2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6DF8B-66D7-6D47-6F71-2B311744F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CD67B-96E9-1379-3DD3-002BC73F1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D0594-4E60-8F4B-8226-C705B94694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charset="0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731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  <a:latin typeface="+mn-lt"/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4858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7589520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86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399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5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4858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7589520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13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+mj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7589520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820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594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9168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32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4858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13718342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415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1371600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44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2114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5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66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Content Placeholder 2"/>
          <p:cNvSpPr>
            <a:spLocks noGrp="1"/>
          </p:cNvSpPr>
          <p:nvPr>
            <p:ph idx="13"/>
          </p:nvPr>
        </p:nvSpPr>
        <p:spPr>
          <a:xfrm>
            <a:off x="7589520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7103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6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5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66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1371600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6098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2971800" cy="36576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2971800" cy="82296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7315200"/>
            <a:ext cx="3017521" cy="48463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3155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657600" y="0"/>
            <a:ext cx="10972800" cy="822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2971800" cy="36576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2971800" cy="82296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4" y="7818135"/>
            <a:ext cx="566118" cy="228600"/>
          </a:xfrm>
          <a:prstGeom prst="rect">
            <a:avLst/>
          </a:prstGeom>
        </p:spPr>
      </p:pic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7315200"/>
            <a:ext cx="3017521" cy="48463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2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1">
                    <a:alpha val="60000"/>
                  </a:schemeClr>
                </a:solidFill>
                <a:latin typeface="+mj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236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657600" y="0"/>
            <a:ext cx="109728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2971800" cy="36576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2971800" cy="82296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4" y="7818135"/>
            <a:ext cx="566118" cy="228600"/>
          </a:xfrm>
          <a:prstGeom prst="rect">
            <a:avLst/>
          </a:prstGeom>
        </p:spPr>
      </p:pic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7315200"/>
            <a:ext cx="3017521" cy="48463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2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3900487" y="7900415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2">
                    <a:alpha val="60000"/>
                  </a:schemeClr>
                </a:solidFill>
                <a:latin typeface="+mj-lt"/>
                <a:ea typeface="IBM Plex Sans" charset="0"/>
                <a:cs typeface="IBM Plex Sans" charset="0"/>
              </a:rPr>
              <a:t>IBM Services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3" y="7818135"/>
            <a:ext cx="566118" cy="228601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6527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657600" y="0"/>
            <a:ext cx="109728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2971800" cy="36576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2971800" cy="82296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4" y="7818135"/>
            <a:ext cx="566118" cy="228600"/>
          </a:xfrm>
          <a:prstGeom prst="rect">
            <a:avLst/>
          </a:prstGeom>
        </p:spPr>
      </p:pic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7315200"/>
            <a:ext cx="3017521" cy="48463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2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1">
                    <a:alpha val="60000"/>
                  </a:schemeClr>
                </a:solidFill>
                <a:latin typeface="IBM Plex Sans" charset="0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3900487" y="7900415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2">
                    <a:alpha val="60000"/>
                  </a:schemeClr>
                </a:solidFill>
                <a:latin typeface="+mj-lt"/>
                <a:ea typeface="IBM Plex Sans" charset="0"/>
                <a:cs typeface="IBM Plex Sans" charset="0"/>
              </a:rPr>
              <a:t>IBM Services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3" y="7818135"/>
            <a:ext cx="566118" cy="22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52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657600" y="0"/>
            <a:ext cx="10972800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2971800" cy="36576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2971800" cy="82296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7315200"/>
            <a:ext cx="3017521" cy="48463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3" y="7818135"/>
            <a:ext cx="566118" cy="228601"/>
          </a:xfrm>
          <a:prstGeom prst="rect">
            <a:avLst/>
          </a:prstGeom>
        </p:spPr>
      </p:pic>
      <p:sp>
        <p:nvSpPr>
          <p:cNvPr id="15" name="Footer Placeholder 3"/>
          <p:cNvSpPr txBox="1">
            <a:spLocks/>
          </p:cNvSpPr>
          <p:nvPr userDrawn="1"/>
        </p:nvSpPr>
        <p:spPr>
          <a:xfrm>
            <a:off x="3900487" y="7900415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2">
                    <a:alpha val="60000"/>
                  </a:schemeClr>
                </a:solidFill>
                <a:latin typeface="+mj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3890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H="1">
            <a:off x="0" y="0"/>
            <a:ext cx="3657600" cy="822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2971800" cy="36576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2971800" cy="82296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7315200"/>
            <a:ext cx="3017521" cy="48463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13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solidFill>
                    <a:schemeClr val="tx1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© Copyright IBM Corporation 2018               </a:t>
              </a:r>
            </a:p>
          </p:txBody>
        </p:sp>
        <p:sp>
          <p:nvSpPr>
            <p:cNvPr id="14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tx1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tx1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tx1">
                    <a:alpha val="60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16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8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3"/>
          </p:nvPr>
        </p:nvSpPr>
        <p:spPr>
          <a:xfrm>
            <a:off x="109728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892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H="1">
            <a:off x="0" y="0"/>
            <a:ext cx="3657600" cy="822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2971800" cy="3657600"/>
          </a:xfrm>
        </p:spPr>
        <p:txBody>
          <a:bodyPr tIns="22860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2971800" cy="82296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0972800" y="0"/>
            <a:ext cx="3657600" cy="8229600"/>
          </a:xfrm>
        </p:spPr>
        <p:txBody>
          <a:bodyPr lIns="228600" tIns="2057400" rIns="9144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7315200"/>
            <a:ext cx="3017521" cy="48463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14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solidFill>
                    <a:schemeClr val="tx1">
                      <a:alpha val="60000"/>
                    </a:schemeClr>
                  </a:solidFill>
                  <a:latin typeface="Arial" charset="0"/>
                  <a:ea typeface="Arial" charset="0"/>
                  <a:cs typeface="Arial" charset="0"/>
                </a:rPr>
                <a:t>© Copyright IBM Corporation 2018               </a:t>
              </a:r>
            </a:p>
          </p:txBody>
        </p:sp>
        <p:sp>
          <p:nvSpPr>
            <p:cNvPr id="16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tx1">
                      <a:alpha val="60000"/>
                    </a:schemeClr>
                  </a:solidFill>
                  <a:latin typeface="Arial" charset="0"/>
                  <a:ea typeface="Arial" charset="0"/>
                  <a:cs typeface="Arial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tx1">
                      <a:alpha val="60000"/>
                    </a:schemeClr>
                  </a:solidFill>
                  <a:latin typeface="Arial" charset="0"/>
                  <a:ea typeface="Arial" charset="0"/>
                  <a:cs typeface="Arial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tx1">
                    <a:alpha val="60000"/>
                  </a:schemeClr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8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idx="10"/>
          </p:nvPr>
        </p:nvSpPr>
        <p:spPr>
          <a:xfrm>
            <a:off x="74676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2"/>
          </p:nvPr>
        </p:nvSpPr>
        <p:spPr>
          <a:xfrm>
            <a:off x="3962400" y="2057400"/>
            <a:ext cx="3200400" cy="52578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5268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4" y="7818135"/>
            <a:ext cx="566118" cy="228600"/>
          </a:xfrm>
          <a:prstGeom prst="rect">
            <a:avLst/>
          </a:prstGeom>
        </p:spPr>
      </p:pic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7589520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95976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5" y="7818135"/>
            <a:ext cx="566116" cy="228600"/>
          </a:xfrm>
          <a:prstGeom prst="rect">
            <a:avLst/>
          </a:prstGeom>
        </p:spPr>
      </p:pic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7589520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71229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06824" y="7818135"/>
            <a:ext cx="566118" cy="2286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5" y="7818135"/>
            <a:ext cx="566116" cy="228600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4858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7589520" y="2057400"/>
            <a:ext cx="6583680" cy="52578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</p:spTree>
    <p:extLst>
      <p:ext uri="{BB962C8B-B14F-4D97-AF65-F5344CB8AC3E}">
        <p14:creationId xmlns:p14="http://schemas.microsoft.com/office/powerpoint/2010/main" val="7137585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-2542"/>
            <a:ext cx="14632940" cy="8232142"/>
            <a:chOff x="0" y="-2542"/>
            <a:chExt cx="14632940" cy="8232142"/>
          </a:xfrm>
        </p:grpSpPr>
        <p:grpSp>
          <p:nvGrpSpPr>
            <p:cNvPr id="464" name="Group 463"/>
            <p:cNvGrpSpPr/>
            <p:nvPr userDrawn="1"/>
          </p:nvGrpSpPr>
          <p:grpSpPr>
            <a:xfrm>
              <a:off x="2540" y="-2542"/>
              <a:ext cx="14630400" cy="8229600"/>
              <a:chOff x="0" y="0"/>
              <a:chExt cx="14630400" cy="8229600"/>
            </a:xfrm>
          </p:grpSpPr>
          <p:cxnSp>
            <p:nvCxnSpPr>
              <p:cNvPr id="465" name="Straight Connector 464"/>
              <p:cNvCxnSpPr/>
              <p:nvPr userDrawn="1"/>
            </p:nvCxnSpPr>
            <p:spPr>
              <a:xfrm>
                <a:off x="457200" y="457200"/>
                <a:ext cx="13716000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/>
              <p:cNvCxnSpPr/>
              <p:nvPr userDrawn="1"/>
            </p:nvCxnSpPr>
            <p:spPr>
              <a:xfrm flipV="1">
                <a:off x="457200" y="457200"/>
                <a:ext cx="0" cy="731520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Straight Connector 466"/>
              <p:cNvCxnSpPr/>
              <p:nvPr userDrawn="1"/>
            </p:nvCxnSpPr>
            <p:spPr>
              <a:xfrm flipV="1">
                <a:off x="14173200" y="457200"/>
                <a:ext cx="0" cy="731520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Straight Connector 467"/>
              <p:cNvCxnSpPr/>
              <p:nvPr userDrawn="1"/>
            </p:nvCxnSpPr>
            <p:spPr>
              <a:xfrm>
                <a:off x="457200" y="7772400"/>
                <a:ext cx="13716000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Straight Connector 468"/>
              <p:cNvCxnSpPr/>
              <p:nvPr userDrawn="1"/>
            </p:nvCxnSpPr>
            <p:spPr>
              <a:xfrm>
                <a:off x="0" y="4114800"/>
                <a:ext cx="14630400" cy="0"/>
              </a:xfrm>
              <a:prstGeom prst="line">
                <a:avLst/>
              </a:prstGeom>
              <a:ln w="635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/>
              <p:cNvCxnSpPr/>
              <p:nvPr userDrawn="1"/>
            </p:nvCxnSpPr>
            <p:spPr>
              <a:xfrm>
                <a:off x="0" y="2057400"/>
                <a:ext cx="14630400" cy="0"/>
              </a:xfrm>
              <a:prstGeom prst="line">
                <a:avLst/>
              </a:prstGeom>
              <a:ln w="635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/>
              <p:cNvCxnSpPr/>
              <p:nvPr userDrawn="1"/>
            </p:nvCxnSpPr>
            <p:spPr>
              <a:xfrm>
                <a:off x="0" y="6172200"/>
                <a:ext cx="14630400" cy="0"/>
              </a:xfrm>
              <a:prstGeom prst="line">
                <a:avLst/>
              </a:prstGeom>
              <a:ln w="635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/>
              <p:cNvCxnSpPr/>
              <p:nvPr userDrawn="1"/>
            </p:nvCxnSpPr>
            <p:spPr>
              <a:xfrm flipV="1">
                <a:off x="7315200" y="0"/>
                <a:ext cx="0" cy="8229600"/>
              </a:xfrm>
              <a:prstGeom prst="line">
                <a:avLst/>
              </a:prstGeom>
              <a:ln w="635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/>
              <p:cNvCxnSpPr/>
              <p:nvPr userDrawn="1"/>
            </p:nvCxnSpPr>
            <p:spPr>
              <a:xfrm flipV="1">
                <a:off x="3657600" y="0"/>
                <a:ext cx="0" cy="8229295"/>
              </a:xfrm>
              <a:prstGeom prst="line">
                <a:avLst/>
              </a:prstGeom>
              <a:ln w="635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Straight Connector 473"/>
              <p:cNvCxnSpPr/>
              <p:nvPr userDrawn="1"/>
            </p:nvCxnSpPr>
            <p:spPr>
              <a:xfrm flipV="1">
                <a:off x="10972800" y="0"/>
                <a:ext cx="0" cy="8229600"/>
              </a:xfrm>
              <a:prstGeom prst="line">
                <a:avLst/>
              </a:prstGeom>
              <a:ln w="6350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 userDrawn="1"/>
          </p:nvSpPr>
          <p:spPr>
            <a:xfrm>
              <a:off x="7315167" y="920978"/>
              <a:ext cx="65" cy="215444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endParaRPr lang="en-US" sz="1400" b="0" i="0">
                <a:solidFill>
                  <a:schemeClr val="bg2"/>
                </a:solidFill>
                <a:latin typeface="Arial Regular" charset="0"/>
              </a:endParaRPr>
            </a:p>
          </p:txBody>
        </p:sp>
        <p:cxnSp>
          <p:nvCxnSpPr>
            <p:cNvPr id="8" name="Straight Connector 7"/>
            <p:cNvCxnSpPr/>
            <p:nvPr userDrawn="1"/>
          </p:nvCxnSpPr>
          <p:spPr>
            <a:xfrm flipV="1">
              <a:off x="22860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flipV="1">
              <a:off x="548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 flipV="1">
              <a:off x="640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 flipV="1">
              <a:off x="731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 flipV="1">
              <a:off x="822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V="1">
              <a:off x="1005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 flipV="1">
              <a:off x="1097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1188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 flipV="1">
              <a:off x="1280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1463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 flipV="1">
              <a:off x="1554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flipV="1">
              <a:off x="1645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 flipV="1">
              <a:off x="1737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 flipV="1">
              <a:off x="914400" y="-2"/>
              <a:ext cx="0" cy="822960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 flipV="1">
              <a:off x="13716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 flipV="1">
              <a:off x="18288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 flipV="1">
              <a:off x="27432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 flipV="1">
              <a:off x="32004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 flipV="1">
              <a:off x="1920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 flipV="1">
              <a:off x="2011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 flipV="1">
              <a:off x="2103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 flipV="1">
              <a:off x="2194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 flipV="1">
              <a:off x="2377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 flipV="1">
              <a:off x="2468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 flipV="1">
              <a:off x="2560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 flipV="1">
              <a:off x="2651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 flipV="1">
              <a:off x="2834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 flipV="1">
              <a:off x="2926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 flipV="1">
              <a:off x="3017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 flipV="1">
              <a:off x="3108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 flipV="1">
              <a:off x="3291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 flipV="1">
              <a:off x="3383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 flipV="1">
              <a:off x="3474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 flipV="1">
              <a:off x="3566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 flipV="1">
              <a:off x="3749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 flipV="1">
              <a:off x="3840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 flipV="1">
              <a:off x="3931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 flipV="1">
              <a:off x="4023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 flipV="1">
              <a:off x="41148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flipV="1">
              <a:off x="4206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>
            <a:xfrm flipV="1">
              <a:off x="4297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 userDrawn="1"/>
          </p:nvCxnSpPr>
          <p:spPr>
            <a:xfrm flipV="1">
              <a:off x="4389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 flipV="1">
              <a:off x="4480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>
            <a:xfrm flipV="1">
              <a:off x="45720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>
            <a:xfrm flipV="1">
              <a:off x="4663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>
            <a:xfrm flipV="1">
              <a:off x="4754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>
            <a:xfrm flipV="1">
              <a:off x="4846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>
            <a:xfrm flipV="1">
              <a:off x="4937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>
            <a:xfrm flipV="1">
              <a:off x="50292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>
            <a:xfrm flipV="1">
              <a:off x="5120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>
            <a:xfrm flipV="1">
              <a:off x="5212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>
            <a:xfrm flipV="1">
              <a:off x="5303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 flipV="1">
              <a:off x="5394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 flipV="1">
              <a:off x="54864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 userDrawn="1"/>
          </p:nvCxnSpPr>
          <p:spPr>
            <a:xfrm flipV="1">
              <a:off x="5577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 flipV="1">
              <a:off x="5669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 flipV="1">
              <a:off x="5760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 flipV="1">
              <a:off x="5852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 flipV="1">
              <a:off x="59436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 flipV="1">
              <a:off x="6035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 flipV="1">
              <a:off x="6126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 flipV="1">
              <a:off x="6217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 flipV="1">
              <a:off x="6309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 flipV="1">
              <a:off x="64008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 flipV="1">
              <a:off x="6492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 flipV="1">
              <a:off x="6583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 flipV="1">
              <a:off x="6675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 flipV="1">
              <a:off x="6766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 flipV="1">
              <a:off x="68580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 flipV="1">
              <a:off x="6949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 flipV="1">
              <a:off x="7040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 flipV="1">
              <a:off x="7132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 flipV="1">
              <a:off x="7223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 flipV="1">
              <a:off x="7406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 flipV="1">
              <a:off x="7498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V="1">
              <a:off x="7589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 userDrawn="1"/>
          </p:nvCxnSpPr>
          <p:spPr>
            <a:xfrm flipV="1">
              <a:off x="7680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 userDrawn="1"/>
          </p:nvCxnSpPr>
          <p:spPr>
            <a:xfrm flipV="1">
              <a:off x="77724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 userDrawn="1"/>
          </p:nvCxnSpPr>
          <p:spPr>
            <a:xfrm flipV="1">
              <a:off x="7863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 userDrawn="1"/>
          </p:nvCxnSpPr>
          <p:spPr>
            <a:xfrm flipV="1">
              <a:off x="7955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 userDrawn="1"/>
          </p:nvCxnSpPr>
          <p:spPr>
            <a:xfrm flipV="1">
              <a:off x="8046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 userDrawn="1"/>
          </p:nvCxnSpPr>
          <p:spPr>
            <a:xfrm flipV="1">
              <a:off x="8138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 userDrawn="1"/>
          </p:nvCxnSpPr>
          <p:spPr>
            <a:xfrm flipV="1">
              <a:off x="82296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 userDrawn="1"/>
          </p:nvCxnSpPr>
          <p:spPr>
            <a:xfrm flipV="1">
              <a:off x="8321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 userDrawn="1"/>
          </p:nvCxnSpPr>
          <p:spPr>
            <a:xfrm flipV="1">
              <a:off x="8412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 userDrawn="1"/>
          </p:nvCxnSpPr>
          <p:spPr>
            <a:xfrm flipV="1">
              <a:off x="8503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 userDrawn="1"/>
          </p:nvCxnSpPr>
          <p:spPr>
            <a:xfrm flipV="1">
              <a:off x="8595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 userDrawn="1"/>
          </p:nvCxnSpPr>
          <p:spPr>
            <a:xfrm flipV="1">
              <a:off x="86868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 userDrawn="1"/>
          </p:nvCxnSpPr>
          <p:spPr>
            <a:xfrm flipV="1">
              <a:off x="8778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 userDrawn="1"/>
          </p:nvCxnSpPr>
          <p:spPr>
            <a:xfrm flipV="1">
              <a:off x="8869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 userDrawn="1"/>
          </p:nvCxnSpPr>
          <p:spPr>
            <a:xfrm flipV="1">
              <a:off x="8961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>
            <a:xfrm flipV="1">
              <a:off x="9052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>
            <a:xfrm flipV="1">
              <a:off x="91440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>
            <a:xfrm flipV="1">
              <a:off x="9235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>
            <a:xfrm flipV="1">
              <a:off x="9326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>
            <a:xfrm flipV="1">
              <a:off x="9418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>
            <a:xfrm flipV="1">
              <a:off x="9509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 flipV="1">
              <a:off x="96012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>
            <a:xfrm flipV="1">
              <a:off x="9692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>
            <a:xfrm flipV="1">
              <a:off x="9784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 flipV="1">
              <a:off x="9875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>
            <a:xfrm flipV="1">
              <a:off x="9966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>
            <a:xfrm flipV="1">
              <a:off x="100584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>
            <a:xfrm flipV="1">
              <a:off x="10149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>
            <a:xfrm flipV="1">
              <a:off x="10241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>
            <a:xfrm flipV="1">
              <a:off x="10332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>
            <a:xfrm flipV="1">
              <a:off x="10424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>
            <a:xfrm flipV="1">
              <a:off x="105156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>
            <a:xfrm flipV="1">
              <a:off x="10607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>
            <a:xfrm flipV="1">
              <a:off x="10698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>
            <a:xfrm flipV="1">
              <a:off x="10789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>
            <a:xfrm flipV="1">
              <a:off x="10881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>
            <a:xfrm flipV="1">
              <a:off x="11064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>
            <a:xfrm flipV="1">
              <a:off x="11155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>
            <a:xfrm flipV="1">
              <a:off x="11247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>
            <a:xfrm flipV="1">
              <a:off x="11338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>
            <a:xfrm flipV="1">
              <a:off x="114300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>
            <a:xfrm flipV="1">
              <a:off x="11521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>
            <a:xfrm flipV="1">
              <a:off x="11612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>
            <a:xfrm flipV="1">
              <a:off x="11704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>
            <a:xfrm flipV="1">
              <a:off x="11795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>
            <a:xfrm flipV="1">
              <a:off x="118872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>
            <a:xfrm flipV="1">
              <a:off x="11978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>
            <a:xfrm flipV="1">
              <a:off x="12070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>
            <a:xfrm flipV="1">
              <a:off x="12161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>
            <a:xfrm flipV="1">
              <a:off x="12252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>
            <a:xfrm flipV="1">
              <a:off x="123444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>
            <a:xfrm flipV="1">
              <a:off x="12435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>
            <a:xfrm flipV="1">
              <a:off x="12527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>
            <a:xfrm flipV="1">
              <a:off x="12618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>
            <a:xfrm flipV="1">
              <a:off x="12710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>
            <a:xfrm flipV="1">
              <a:off x="128016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>
            <a:xfrm flipV="1">
              <a:off x="12893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>
            <a:xfrm flipV="1">
              <a:off x="12984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>
            <a:xfrm flipV="1">
              <a:off x="13075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>
            <a:xfrm flipV="1">
              <a:off x="13167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>
            <a:xfrm flipV="1">
              <a:off x="132588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>
            <a:xfrm flipV="1">
              <a:off x="13350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>
            <a:xfrm flipV="1">
              <a:off x="13441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>
            <a:xfrm flipV="1">
              <a:off x="13533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>
            <a:xfrm flipV="1">
              <a:off x="13624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>
            <a:xfrm flipV="1">
              <a:off x="13716000" y="0"/>
              <a:ext cx="0" cy="8229600"/>
            </a:xfrm>
            <a:prstGeom prst="line">
              <a:avLst/>
            </a:prstGeom>
            <a:ln w="3175">
              <a:solidFill>
                <a:schemeClr val="bg2">
                  <a:alpha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>
            <a:xfrm flipV="1">
              <a:off x="13807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>
            <a:xfrm flipV="1">
              <a:off x="13898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>
            <a:xfrm flipV="1">
              <a:off x="13990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>
            <a:xfrm flipV="1">
              <a:off x="14081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>
            <a:xfrm>
              <a:off x="0" y="9144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>
            <a:xfrm>
              <a:off x="457200" y="5486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>
            <a:xfrm>
              <a:off x="457200" y="6400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>
            <a:xfrm>
              <a:off x="457200" y="7315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>
            <a:xfrm>
              <a:off x="457200" y="8229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>
            <a:xfrm>
              <a:off x="0" y="13716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>
            <a:xfrm>
              <a:off x="457200" y="10058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>
            <a:xfrm>
              <a:off x="457200" y="10972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>
            <a:xfrm>
              <a:off x="457200" y="11887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>
            <a:xfrm>
              <a:off x="457200" y="12801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>
            <a:xfrm>
              <a:off x="0" y="18288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>
            <a:xfrm>
              <a:off x="457200" y="14630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>
            <a:xfrm>
              <a:off x="457200" y="15544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>
            <a:xfrm>
              <a:off x="457200" y="16459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>
            <a:xfrm>
              <a:off x="457200" y="17373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>
            <a:xfrm>
              <a:off x="0" y="22860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>
            <a:xfrm>
              <a:off x="457200" y="19202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>
            <a:xfrm>
              <a:off x="457200" y="20116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>
            <a:xfrm>
              <a:off x="457200" y="21031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>
            <a:xfrm>
              <a:off x="457200" y="21945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>
            <a:xfrm>
              <a:off x="0" y="27432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>
            <a:xfrm>
              <a:off x="457200" y="23774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>
            <a:xfrm>
              <a:off x="457200" y="24688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>
            <a:xfrm>
              <a:off x="457200" y="25603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>
            <a:xfrm>
              <a:off x="457200" y="26517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>
            <a:xfrm>
              <a:off x="0" y="32004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>
            <a:xfrm>
              <a:off x="457200" y="28346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>
            <a:xfrm>
              <a:off x="457200" y="29260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>
            <a:xfrm>
              <a:off x="457200" y="30175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>
            <a:xfrm>
              <a:off x="457200" y="31089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>
            <a:xfrm>
              <a:off x="0" y="36576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457200" y="32918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>
            <a:xfrm>
              <a:off x="457200" y="33832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457200" y="34747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>
            <a:xfrm>
              <a:off x="457200" y="35661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457200" y="37490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>
            <a:xfrm>
              <a:off x="457200" y="38404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457200" y="39319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>
            <a:xfrm>
              <a:off x="457200" y="40233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0" y="45720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>
            <a:xfrm>
              <a:off x="457200" y="42062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457200" y="42976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>
            <a:xfrm>
              <a:off x="457200" y="43891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457200" y="44805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>
            <a:xfrm>
              <a:off x="0" y="50292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457200" y="46634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>
            <a:xfrm>
              <a:off x="457200" y="47548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457200" y="48463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>
            <a:xfrm>
              <a:off x="457200" y="49377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0" y="54864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>
            <a:xfrm>
              <a:off x="457200" y="51206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457200" y="52120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>
            <a:xfrm>
              <a:off x="457200" y="53035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>
            <a:xfrm>
              <a:off x="457200" y="53949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>
            <a:xfrm>
              <a:off x="0" y="59436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>
            <a:xfrm>
              <a:off x="457200" y="55778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>
            <a:xfrm>
              <a:off x="457200" y="56692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>
            <a:xfrm>
              <a:off x="457200" y="57607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>
            <a:xfrm>
              <a:off x="457200" y="58521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>
            <a:xfrm>
              <a:off x="0" y="64008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>
            <a:xfrm>
              <a:off x="457200" y="60350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>
            <a:xfrm>
              <a:off x="457200" y="61264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>
            <a:xfrm>
              <a:off x="457200" y="62179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>
            <a:xfrm>
              <a:off x="457200" y="63093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>
            <a:xfrm>
              <a:off x="0" y="68580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>
            <a:xfrm>
              <a:off x="457200" y="64922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457200" y="65836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>
            <a:xfrm>
              <a:off x="457200" y="66751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457200" y="67665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>
            <a:xfrm>
              <a:off x="0" y="7315200"/>
              <a:ext cx="146304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457200" y="69494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>
            <a:xfrm>
              <a:off x="457200" y="70408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457200" y="71323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>
            <a:xfrm>
              <a:off x="457200" y="72237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457200" y="74066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>
            <a:xfrm>
              <a:off x="457200" y="74980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457200" y="75895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>
            <a:xfrm>
              <a:off x="457200" y="76809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>
            <a:xfrm flipV="1">
              <a:off x="502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 flipV="1">
              <a:off x="594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>
            <a:xfrm flipV="1">
              <a:off x="6858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 flipV="1">
              <a:off x="777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>
            <a:xfrm flipV="1">
              <a:off x="868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 flipV="1">
              <a:off x="960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>
            <a:xfrm flipV="1">
              <a:off x="1051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 flipV="1">
              <a:off x="11430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>
            <a:xfrm flipV="1">
              <a:off x="1234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>
            <a:xfrm flipV="1">
              <a:off x="1325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>
            <a:xfrm flipV="1">
              <a:off x="1417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>
            <a:xfrm flipV="1">
              <a:off x="1508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>
            <a:xfrm flipV="1">
              <a:off x="16002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>
            <a:xfrm flipV="1">
              <a:off x="1691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>
            <a:xfrm flipV="1">
              <a:off x="1783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>
            <a:xfrm flipV="1">
              <a:off x="1874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>
            <a:xfrm flipV="1">
              <a:off x="1965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>
            <a:xfrm flipV="1">
              <a:off x="20574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>
            <a:xfrm flipV="1">
              <a:off x="2148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>
            <a:xfrm flipV="1">
              <a:off x="2240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>
            <a:xfrm flipV="1">
              <a:off x="2331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>
            <a:xfrm flipV="1">
              <a:off x="2423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 flipV="1">
              <a:off x="25146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>
            <a:xfrm flipV="1">
              <a:off x="2606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 flipV="1">
              <a:off x="2697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>
            <a:xfrm flipV="1">
              <a:off x="2788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 flipV="1">
              <a:off x="2880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>
            <a:xfrm flipV="1">
              <a:off x="29718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 flipV="1">
              <a:off x="3063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>
            <a:xfrm flipV="1">
              <a:off x="3154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 flipV="1">
              <a:off x="3246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>
            <a:xfrm flipV="1">
              <a:off x="3337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 flipV="1">
              <a:off x="34290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>
            <a:xfrm flipV="1">
              <a:off x="3520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 flipV="1">
              <a:off x="3611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>
            <a:xfrm flipV="1">
              <a:off x="3703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 flipV="1">
              <a:off x="3794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>
            <a:xfrm flipV="1">
              <a:off x="38862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 flipV="1">
              <a:off x="3977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>
            <a:xfrm flipV="1">
              <a:off x="4069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 flipV="1">
              <a:off x="4160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>
            <a:xfrm flipV="1">
              <a:off x="4251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 flipV="1">
              <a:off x="43434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>
            <a:xfrm flipV="1">
              <a:off x="4434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>
            <a:xfrm flipV="1">
              <a:off x="4526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>
            <a:xfrm flipV="1">
              <a:off x="4617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>
            <a:xfrm flipV="1">
              <a:off x="4709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>
            <a:xfrm flipV="1">
              <a:off x="48006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>
            <a:xfrm flipV="1">
              <a:off x="4892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>
            <a:xfrm flipV="1">
              <a:off x="4983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>
            <a:xfrm flipV="1">
              <a:off x="5074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>
            <a:xfrm flipV="1">
              <a:off x="5166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>
            <a:xfrm flipV="1">
              <a:off x="52578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>
            <a:xfrm flipV="1">
              <a:off x="5349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>
            <a:xfrm flipV="1">
              <a:off x="5440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>
            <a:xfrm flipV="1">
              <a:off x="5532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 userDrawn="1"/>
          </p:nvCxnSpPr>
          <p:spPr>
            <a:xfrm flipV="1">
              <a:off x="5623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 flipV="1">
              <a:off x="57150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/>
            <p:nvPr userDrawn="1"/>
          </p:nvCxnSpPr>
          <p:spPr>
            <a:xfrm flipV="1">
              <a:off x="5806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 flipV="1">
              <a:off x="5897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>
            <a:xfrm flipV="1">
              <a:off x="5989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 flipV="1">
              <a:off x="6080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>
            <a:xfrm flipV="1">
              <a:off x="61722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 flipV="1">
              <a:off x="6263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>
            <a:xfrm flipV="1">
              <a:off x="6355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 flipV="1">
              <a:off x="6446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>
            <a:xfrm flipV="1">
              <a:off x="6537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 flipV="1">
              <a:off x="66294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>
            <a:xfrm flipV="1">
              <a:off x="6720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 flipV="1">
              <a:off x="6812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>
            <a:xfrm flipV="1">
              <a:off x="6903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 flipV="1">
              <a:off x="6995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>
            <a:xfrm flipV="1">
              <a:off x="70866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 flipV="1">
              <a:off x="7178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>
            <a:xfrm flipV="1">
              <a:off x="7269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 flipV="1">
              <a:off x="7360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>
            <a:xfrm flipV="1">
              <a:off x="7452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 flipV="1">
              <a:off x="75438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>
            <a:xfrm flipV="1">
              <a:off x="7635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>
            <a:xfrm flipV="1">
              <a:off x="7726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>
            <a:xfrm flipV="1">
              <a:off x="7818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>
            <a:xfrm flipV="1">
              <a:off x="7909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>
            <a:xfrm flipV="1">
              <a:off x="80010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>
            <a:xfrm flipV="1">
              <a:off x="8092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>
            <a:xfrm flipV="1">
              <a:off x="8183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>
            <a:xfrm flipV="1">
              <a:off x="8275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>
            <a:xfrm flipV="1">
              <a:off x="8366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>
            <a:xfrm flipV="1">
              <a:off x="84582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>
            <a:xfrm flipV="1">
              <a:off x="8549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>
            <a:xfrm flipV="1">
              <a:off x="8641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>
            <a:xfrm flipV="1">
              <a:off x="8732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>
            <a:xfrm flipV="1">
              <a:off x="8823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>
            <a:xfrm flipV="1">
              <a:off x="89154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>
            <a:xfrm flipV="1">
              <a:off x="9006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>
            <a:xfrm flipV="1">
              <a:off x="9098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>
            <a:xfrm flipV="1">
              <a:off x="9189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>
            <a:xfrm flipV="1">
              <a:off x="9281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>
            <a:xfrm flipV="1">
              <a:off x="93726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>
            <a:xfrm flipV="1">
              <a:off x="9464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>
            <a:xfrm flipV="1">
              <a:off x="9555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>
            <a:xfrm flipV="1">
              <a:off x="9646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>
            <a:xfrm flipV="1">
              <a:off x="9738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>
            <a:xfrm flipV="1">
              <a:off x="98298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>
            <a:xfrm flipV="1">
              <a:off x="9921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>
            <a:xfrm flipV="1">
              <a:off x="10012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>
            <a:xfrm flipV="1">
              <a:off x="10104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>
            <a:xfrm flipV="1">
              <a:off x="10195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>
            <a:xfrm flipV="1">
              <a:off x="102870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>
            <a:xfrm flipV="1">
              <a:off x="10378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>
            <a:xfrm flipV="1">
              <a:off x="10469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>
            <a:xfrm flipV="1">
              <a:off x="10561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>
            <a:xfrm flipV="1">
              <a:off x="10652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>
            <a:xfrm flipV="1">
              <a:off x="107442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>
            <a:xfrm flipV="1">
              <a:off x="10835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>
            <a:xfrm flipV="1">
              <a:off x="10927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>
            <a:xfrm flipV="1">
              <a:off x="11018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>
            <a:xfrm flipV="1">
              <a:off x="11109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>
            <a:xfrm flipV="1">
              <a:off x="112014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>
            <a:xfrm flipV="1">
              <a:off x="11292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>
            <a:xfrm flipV="1">
              <a:off x="11384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>
            <a:xfrm flipV="1">
              <a:off x="114757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>
            <a:xfrm flipV="1">
              <a:off x="115671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>
            <a:xfrm flipV="1">
              <a:off x="116586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>
            <a:xfrm flipV="1">
              <a:off x="117500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>
            <a:xfrm flipV="1">
              <a:off x="118414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>
            <a:xfrm flipV="1">
              <a:off x="119329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>
            <a:xfrm flipV="1">
              <a:off x="120243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>
            <a:xfrm flipV="1">
              <a:off x="121158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>
            <a:xfrm flipV="1">
              <a:off x="122072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>
            <a:xfrm flipV="1">
              <a:off x="122986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>
            <a:xfrm flipV="1">
              <a:off x="123901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>
            <a:xfrm flipV="1">
              <a:off x="124815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>
            <a:xfrm flipV="1">
              <a:off x="125730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>
            <a:xfrm flipV="1">
              <a:off x="126644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>
            <a:xfrm flipV="1">
              <a:off x="127558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>
            <a:xfrm flipV="1">
              <a:off x="128473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>
            <a:xfrm flipV="1">
              <a:off x="129387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>
            <a:xfrm flipV="1">
              <a:off x="130302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>
            <a:xfrm flipV="1">
              <a:off x="131216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>
            <a:xfrm flipV="1">
              <a:off x="132130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>
            <a:xfrm flipV="1">
              <a:off x="1330452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>
            <a:xfrm flipV="1">
              <a:off x="1339596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>
            <a:xfrm flipV="1">
              <a:off x="1348740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>
            <a:xfrm flipV="1">
              <a:off x="1357884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>
            <a:xfrm flipV="1">
              <a:off x="13670280" y="457200"/>
              <a:ext cx="0" cy="731520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/>
            <p:cNvGrpSpPr/>
            <p:nvPr userDrawn="1"/>
          </p:nvGrpSpPr>
          <p:grpSpPr>
            <a:xfrm>
              <a:off x="13761720" y="457200"/>
              <a:ext cx="365760" cy="7315200"/>
              <a:chOff x="12999720" y="609600"/>
              <a:chExt cx="365760" cy="7315200"/>
            </a:xfrm>
          </p:grpSpPr>
          <p:cxnSp>
            <p:nvCxnSpPr>
              <p:cNvPr id="379" name="Straight Connector 378"/>
              <p:cNvCxnSpPr/>
              <p:nvPr userDrawn="1"/>
            </p:nvCxnSpPr>
            <p:spPr>
              <a:xfrm flipV="1">
                <a:off x="12999720" y="609600"/>
                <a:ext cx="0" cy="7315200"/>
              </a:xfrm>
              <a:prstGeom prst="line">
                <a:avLst/>
              </a:prstGeom>
              <a:ln w="3175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/>
              <p:cNvCxnSpPr/>
              <p:nvPr userDrawn="1"/>
            </p:nvCxnSpPr>
            <p:spPr>
              <a:xfrm flipV="1">
                <a:off x="13091160" y="609600"/>
                <a:ext cx="0" cy="7315200"/>
              </a:xfrm>
              <a:prstGeom prst="line">
                <a:avLst/>
              </a:prstGeom>
              <a:ln w="3175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/>
              <p:nvPr userDrawn="1"/>
            </p:nvCxnSpPr>
            <p:spPr>
              <a:xfrm flipV="1">
                <a:off x="13182600" y="609600"/>
                <a:ext cx="0" cy="7315200"/>
              </a:xfrm>
              <a:prstGeom prst="line">
                <a:avLst/>
              </a:prstGeom>
              <a:ln w="3175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381"/>
              <p:cNvCxnSpPr/>
              <p:nvPr userDrawn="1"/>
            </p:nvCxnSpPr>
            <p:spPr>
              <a:xfrm flipV="1">
                <a:off x="13274040" y="609600"/>
                <a:ext cx="0" cy="7315200"/>
              </a:xfrm>
              <a:prstGeom prst="line">
                <a:avLst/>
              </a:prstGeom>
              <a:ln w="3175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/>
              <p:cNvCxnSpPr/>
              <p:nvPr userDrawn="1"/>
            </p:nvCxnSpPr>
            <p:spPr>
              <a:xfrm flipV="1">
                <a:off x="13365480" y="609600"/>
                <a:ext cx="0" cy="7315200"/>
              </a:xfrm>
              <a:prstGeom prst="line">
                <a:avLst/>
              </a:prstGeom>
              <a:ln w="3175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4" name="Straight Connector 383"/>
            <p:cNvCxnSpPr/>
            <p:nvPr userDrawn="1"/>
          </p:nvCxnSpPr>
          <p:spPr>
            <a:xfrm>
              <a:off x="457200" y="5029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/>
            <p:cNvCxnSpPr/>
            <p:nvPr userDrawn="1"/>
          </p:nvCxnSpPr>
          <p:spPr>
            <a:xfrm>
              <a:off x="457200" y="5943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/>
            <p:cNvCxnSpPr/>
            <p:nvPr userDrawn="1"/>
          </p:nvCxnSpPr>
          <p:spPr>
            <a:xfrm>
              <a:off x="457200" y="6858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/>
            <p:cNvCxnSpPr/>
            <p:nvPr userDrawn="1"/>
          </p:nvCxnSpPr>
          <p:spPr>
            <a:xfrm>
              <a:off x="457200" y="7772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/>
            <p:cNvCxnSpPr/>
            <p:nvPr userDrawn="1"/>
          </p:nvCxnSpPr>
          <p:spPr>
            <a:xfrm>
              <a:off x="457200" y="9601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/>
            <p:cNvCxnSpPr/>
            <p:nvPr userDrawn="1"/>
          </p:nvCxnSpPr>
          <p:spPr>
            <a:xfrm>
              <a:off x="457200" y="10515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/>
            <p:cNvCxnSpPr/>
            <p:nvPr userDrawn="1"/>
          </p:nvCxnSpPr>
          <p:spPr>
            <a:xfrm>
              <a:off x="457200" y="11430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/>
            <p:cNvCxnSpPr/>
            <p:nvPr userDrawn="1"/>
          </p:nvCxnSpPr>
          <p:spPr>
            <a:xfrm>
              <a:off x="457200" y="12344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/>
            <p:cNvCxnSpPr/>
            <p:nvPr userDrawn="1"/>
          </p:nvCxnSpPr>
          <p:spPr>
            <a:xfrm>
              <a:off x="457200" y="8686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/>
            <p:cNvCxnSpPr/>
            <p:nvPr userDrawn="1"/>
          </p:nvCxnSpPr>
          <p:spPr>
            <a:xfrm>
              <a:off x="457200" y="13258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/>
            <p:cNvCxnSpPr/>
            <p:nvPr userDrawn="1"/>
          </p:nvCxnSpPr>
          <p:spPr>
            <a:xfrm>
              <a:off x="457200" y="14173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/>
            <p:cNvCxnSpPr/>
            <p:nvPr userDrawn="1"/>
          </p:nvCxnSpPr>
          <p:spPr>
            <a:xfrm>
              <a:off x="457200" y="15087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/>
            <p:cNvCxnSpPr/>
            <p:nvPr userDrawn="1"/>
          </p:nvCxnSpPr>
          <p:spPr>
            <a:xfrm>
              <a:off x="457200" y="16002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/>
            <p:cNvCxnSpPr/>
            <p:nvPr userDrawn="1"/>
          </p:nvCxnSpPr>
          <p:spPr>
            <a:xfrm>
              <a:off x="457200" y="16916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/>
            <p:cNvCxnSpPr/>
            <p:nvPr userDrawn="1"/>
          </p:nvCxnSpPr>
          <p:spPr>
            <a:xfrm>
              <a:off x="457200" y="18745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/>
            <p:cNvCxnSpPr/>
            <p:nvPr userDrawn="1"/>
          </p:nvCxnSpPr>
          <p:spPr>
            <a:xfrm>
              <a:off x="457200" y="19659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/>
            <p:cNvCxnSpPr/>
            <p:nvPr userDrawn="1"/>
          </p:nvCxnSpPr>
          <p:spPr>
            <a:xfrm>
              <a:off x="457200" y="21488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/>
            <p:cNvCxnSpPr/>
            <p:nvPr userDrawn="1"/>
          </p:nvCxnSpPr>
          <p:spPr>
            <a:xfrm>
              <a:off x="457200" y="17830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/>
            <p:cNvCxnSpPr/>
            <p:nvPr userDrawn="1"/>
          </p:nvCxnSpPr>
          <p:spPr>
            <a:xfrm>
              <a:off x="457200" y="22402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/>
            <p:cNvCxnSpPr/>
            <p:nvPr userDrawn="1"/>
          </p:nvCxnSpPr>
          <p:spPr>
            <a:xfrm>
              <a:off x="457200" y="23317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/>
            <p:cNvCxnSpPr/>
            <p:nvPr userDrawn="1"/>
          </p:nvCxnSpPr>
          <p:spPr>
            <a:xfrm>
              <a:off x="457200" y="24231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/>
            <p:nvPr userDrawn="1"/>
          </p:nvCxnSpPr>
          <p:spPr>
            <a:xfrm>
              <a:off x="457200" y="25146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/>
            <p:cNvCxnSpPr/>
            <p:nvPr userDrawn="1"/>
          </p:nvCxnSpPr>
          <p:spPr>
            <a:xfrm>
              <a:off x="457200" y="26060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/>
            <p:cNvCxnSpPr/>
            <p:nvPr userDrawn="1"/>
          </p:nvCxnSpPr>
          <p:spPr>
            <a:xfrm>
              <a:off x="457200" y="27889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/>
            <p:cNvCxnSpPr/>
            <p:nvPr userDrawn="1"/>
          </p:nvCxnSpPr>
          <p:spPr>
            <a:xfrm>
              <a:off x="457200" y="28803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/>
            <p:cNvCxnSpPr/>
            <p:nvPr userDrawn="1"/>
          </p:nvCxnSpPr>
          <p:spPr>
            <a:xfrm>
              <a:off x="457200" y="29718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/>
            <p:nvPr userDrawn="1"/>
          </p:nvCxnSpPr>
          <p:spPr>
            <a:xfrm>
              <a:off x="457200" y="30632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/>
            <p:cNvCxnSpPr/>
            <p:nvPr userDrawn="1"/>
          </p:nvCxnSpPr>
          <p:spPr>
            <a:xfrm>
              <a:off x="457200" y="26974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/>
            <p:cNvCxnSpPr/>
            <p:nvPr userDrawn="1"/>
          </p:nvCxnSpPr>
          <p:spPr>
            <a:xfrm>
              <a:off x="457200" y="31546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/>
            <p:cNvCxnSpPr/>
            <p:nvPr userDrawn="1"/>
          </p:nvCxnSpPr>
          <p:spPr>
            <a:xfrm>
              <a:off x="457200" y="32461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/>
            <p:cNvCxnSpPr/>
            <p:nvPr userDrawn="1"/>
          </p:nvCxnSpPr>
          <p:spPr>
            <a:xfrm>
              <a:off x="457200" y="33375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/>
            <p:cNvCxnSpPr/>
            <p:nvPr userDrawn="1"/>
          </p:nvCxnSpPr>
          <p:spPr>
            <a:xfrm>
              <a:off x="457200" y="34290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/>
            <p:cNvCxnSpPr/>
            <p:nvPr userDrawn="1"/>
          </p:nvCxnSpPr>
          <p:spPr>
            <a:xfrm>
              <a:off x="457200" y="35204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/>
            <p:cNvCxnSpPr/>
            <p:nvPr userDrawn="1"/>
          </p:nvCxnSpPr>
          <p:spPr>
            <a:xfrm>
              <a:off x="457200" y="37033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/>
            <p:cNvCxnSpPr/>
            <p:nvPr userDrawn="1"/>
          </p:nvCxnSpPr>
          <p:spPr>
            <a:xfrm>
              <a:off x="457200" y="37947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/>
            <p:cNvCxnSpPr/>
            <p:nvPr userDrawn="1"/>
          </p:nvCxnSpPr>
          <p:spPr>
            <a:xfrm>
              <a:off x="457200" y="38862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/>
            <p:cNvCxnSpPr/>
            <p:nvPr userDrawn="1"/>
          </p:nvCxnSpPr>
          <p:spPr>
            <a:xfrm>
              <a:off x="457200" y="39776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/>
            <p:cNvCxnSpPr/>
            <p:nvPr userDrawn="1"/>
          </p:nvCxnSpPr>
          <p:spPr>
            <a:xfrm>
              <a:off x="457200" y="36118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/>
            <p:cNvCxnSpPr/>
            <p:nvPr userDrawn="1"/>
          </p:nvCxnSpPr>
          <p:spPr>
            <a:xfrm>
              <a:off x="457200" y="40690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/>
            <p:cNvCxnSpPr/>
            <p:nvPr userDrawn="1"/>
          </p:nvCxnSpPr>
          <p:spPr>
            <a:xfrm>
              <a:off x="457200" y="41605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/>
            <p:cNvCxnSpPr/>
            <p:nvPr userDrawn="1"/>
          </p:nvCxnSpPr>
          <p:spPr>
            <a:xfrm>
              <a:off x="457200" y="42519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/>
            <p:cNvCxnSpPr/>
            <p:nvPr userDrawn="1"/>
          </p:nvCxnSpPr>
          <p:spPr>
            <a:xfrm>
              <a:off x="457200" y="43434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/>
            <p:cNvCxnSpPr/>
            <p:nvPr userDrawn="1"/>
          </p:nvCxnSpPr>
          <p:spPr>
            <a:xfrm>
              <a:off x="457200" y="44348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/>
            <p:cNvCxnSpPr/>
            <p:nvPr userDrawn="1"/>
          </p:nvCxnSpPr>
          <p:spPr>
            <a:xfrm>
              <a:off x="457200" y="46177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/>
            <p:cNvCxnSpPr/>
            <p:nvPr userDrawn="1"/>
          </p:nvCxnSpPr>
          <p:spPr>
            <a:xfrm>
              <a:off x="457200" y="47091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/>
            <p:cNvCxnSpPr/>
            <p:nvPr userDrawn="1"/>
          </p:nvCxnSpPr>
          <p:spPr>
            <a:xfrm>
              <a:off x="457200" y="48006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/>
            <p:cNvCxnSpPr/>
            <p:nvPr userDrawn="1"/>
          </p:nvCxnSpPr>
          <p:spPr>
            <a:xfrm>
              <a:off x="457200" y="48920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/>
            <p:cNvCxnSpPr/>
            <p:nvPr userDrawn="1"/>
          </p:nvCxnSpPr>
          <p:spPr>
            <a:xfrm>
              <a:off x="457200" y="45262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/>
            <p:cNvCxnSpPr/>
            <p:nvPr userDrawn="1"/>
          </p:nvCxnSpPr>
          <p:spPr>
            <a:xfrm>
              <a:off x="457200" y="49834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/>
            <p:cNvCxnSpPr/>
            <p:nvPr userDrawn="1"/>
          </p:nvCxnSpPr>
          <p:spPr>
            <a:xfrm>
              <a:off x="457200" y="50749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/>
            <p:cNvCxnSpPr/>
            <p:nvPr userDrawn="1"/>
          </p:nvCxnSpPr>
          <p:spPr>
            <a:xfrm>
              <a:off x="457200" y="51663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/>
            <p:cNvCxnSpPr/>
            <p:nvPr userDrawn="1"/>
          </p:nvCxnSpPr>
          <p:spPr>
            <a:xfrm>
              <a:off x="457200" y="52578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/>
            <p:cNvCxnSpPr/>
            <p:nvPr userDrawn="1"/>
          </p:nvCxnSpPr>
          <p:spPr>
            <a:xfrm>
              <a:off x="457200" y="53492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/>
            <p:cNvCxnSpPr/>
            <p:nvPr userDrawn="1"/>
          </p:nvCxnSpPr>
          <p:spPr>
            <a:xfrm>
              <a:off x="457200" y="55321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/>
            <p:cNvCxnSpPr/>
            <p:nvPr userDrawn="1"/>
          </p:nvCxnSpPr>
          <p:spPr>
            <a:xfrm>
              <a:off x="457200" y="56235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/>
            <p:cNvCxnSpPr/>
            <p:nvPr userDrawn="1"/>
          </p:nvCxnSpPr>
          <p:spPr>
            <a:xfrm>
              <a:off x="457200" y="57150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/>
            <p:cNvCxnSpPr/>
            <p:nvPr userDrawn="1"/>
          </p:nvCxnSpPr>
          <p:spPr>
            <a:xfrm>
              <a:off x="457200" y="58064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/>
            <p:cNvCxnSpPr/>
            <p:nvPr userDrawn="1"/>
          </p:nvCxnSpPr>
          <p:spPr>
            <a:xfrm>
              <a:off x="457200" y="54406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/>
            <p:cNvCxnSpPr/>
            <p:nvPr userDrawn="1"/>
          </p:nvCxnSpPr>
          <p:spPr>
            <a:xfrm>
              <a:off x="457200" y="58978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/>
            <p:cNvCxnSpPr/>
            <p:nvPr userDrawn="1"/>
          </p:nvCxnSpPr>
          <p:spPr>
            <a:xfrm>
              <a:off x="457200" y="59893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/>
            <p:cNvCxnSpPr/>
            <p:nvPr userDrawn="1"/>
          </p:nvCxnSpPr>
          <p:spPr>
            <a:xfrm>
              <a:off x="457200" y="60807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/>
            <p:cNvCxnSpPr/>
            <p:nvPr userDrawn="1"/>
          </p:nvCxnSpPr>
          <p:spPr>
            <a:xfrm>
              <a:off x="457200" y="62636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/>
            <p:cNvCxnSpPr/>
            <p:nvPr userDrawn="1"/>
          </p:nvCxnSpPr>
          <p:spPr>
            <a:xfrm>
              <a:off x="457200" y="64465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/>
            <p:cNvCxnSpPr/>
            <p:nvPr userDrawn="1"/>
          </p:nvCxnSpPr>
          <p:spPr>
            <a:xfrm>
              <a:off x="457200" y="65379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/>
            <p:cNvCxnSpPr/>
            <p:nvPr userDrawn="1"/>
          </p:nvCxnSpPr>
          <p:spPr>
            <a:xfrm>
              <a:off x="457200" y="66294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/>
            <p:cNvCxnSpPr/>
            <p:nvPr userDrawn="1"/>
          </p:nvCxnSpPr>
          <p:spPr>
            <a:xfrm>
              <a:off x="457200" y="67208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/>
            <p:cNvCxnSpPr/>
            <p:nvPr userDrawn="1"/>
          </p:nvCxnSpPr>
          <p:spPr>
            <a:xfrm>
              <a:off x="457200" y="63550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/>
            <p:cNvCxnSpPr/>
            <p:nvPr userDrawn="1"/>
          </p:nvCxnSpPr>
          <p:spPr>
            <a:xfrm>
              <a:off x="457200" y="68122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/>
            <p:cNvCxnSpPr/>
            <p:nvPr userDrawn="1"/>
          </p:nvCxnSpPr>
          <p:spPr>
            <a:xfrm>
              <a:off x="457200" y="69037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/>
            <p:cNvCxnSpPr/>
            <p:nvPr userDrawn="1"/>
          </p:nvCxnSpPr>
          <p:spPr>
            <a:xfrm>
              <a:off x="457200" y="69951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/>
            <p:cNvCxnSpPr/>
            <p:nvPr userDrawn="1"/>
          </p:nvCxnSpPr>
          <p:spPr>
            <a:xfrm>
              <a:off x="457200" y="70866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/>
            <p:cNvCxnSpPr/>
            <p:nvPr userDrawn="1"/>
          </p:nvCxnSpPr>
          <p:spPr>
            <a:xfrm>
              <a:off x="457200" y="71780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/>
            <p:cNvCxnSpPr/>
            <p:nvPr userDrawn="1"/>
          </p:nvCxnSpPr>
          <p:spPr>
            <a:xfrm>
              <a:off x="457200" y="736092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/>
            <p:cNvCxnSpPr/>
            <p:nvPr userDrawn="1"/>
          </p:nvCxnSpPr>
          <p:spPr>
            <a:xfrm>
              <a:off x="457200" y="745236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/>
            <p:cNvCxnSpPr/>
            <p:nvPr userDrawn="1"/>
          </p:nvCxnSpPr>
          <p:spPr>
            <a:xfrm>
              <a:off x="457200" y="754380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/>
            <p:cNvCxnSpPr/>
            <p:nvPr userDrawn="1"/>
          </p:nvCxnSpPr>
          <p:spPr>
            <a:xfrm>
              <a:off x="457200" y="763524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/>
            <p:cNvCxnSpPr/>
            <p:nvPr userDrawn="1"/>
          </p:nvCxnSpPr>
          <p:spPr>
            <a:xfrm>
              <a:off x="457200" y="72694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/>
            <p:cNvCxnSpPr/>
            <p:nvPr userDrawn="1"/>
          </p:nvCxnSpPr>
          <p:spPr>
            <a:xfrm>
              <a:off x="457200" y="7726680"/>
              <a:ext cx="13716000" cy="0"/>
            </a:xfrm>
            <a:prstGeom prst="line">
              <a:avLst/>
            </a:prstGeom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Rectangle 462"/>
            <p:cNvSpPr/>
            <p:nvPr userDrawn="1"/>
          </p:nvSpPr>
          <p:spPr>
            <a:xfrm>
              <a:off x="0" y="0"/>
              <a:ext cx="14630400" cy="8229600"/>
            </a:xfrm>
            <a:prstGeom prst="rect">
              <a:avLst/>
            </a:prstGeom>
            <a:solidFill>
              <a:schemeClr val="tx1">
                <a:alpha val="40000"/>
              </a:schemeClr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en-US" sz="1400" b="0" i="0">
                <a:solidFill>
                  <a:schemeClr val="bg2"/>
                </a:solidFill>
                <a:latin typeface="Arial Regular" charset="0"/>
              </a:endParaRPr>
            </a:p>
          </p:txBody>
        </p:sp>
        <p:grpSp>
          <p:nvGrpSpPr>
            <p:cNvPr id="475" name="Group 474"/>
            <p:cNvGrpSpPr/>
            <p:nvPr userDrawn="1"/>
          </p:nvGrpSpPr>
          <p:grpSpPr>
            <a:xfrm>
              <a:off x="914400" y="7899655"/>
              <a:ext cx="2713350" cy="220571"/>
              <a:chOff x="914400" y="7899655"/>
              <a:chExt cx="2713350" cy="220571"/>
            </a:xfrm>
          </p:grpSpPr>
          <p:sp>
            <p:nvSpPr>
              <p:cNvPr id="476" name="Footer Placeholder 3"/>
              <p:cNvSpPr txBox="1">
                <a:spLocks/>
              </p:cNvSpPr>
              <p:nvPr userDrawn="1"/>
            </p:nvSpPr>
            <p:spPr>
              <a:xfrm>
                <a:off x="914400" y="7900416"/>
                <a:ext cx="2284416" cy="219051"/>
              </a:xfrm>
              <a:prstGeom prst="rect">
                <a:avLst/>
              </a:prstGeom>
            </p:spPr>
            <p:txBody>
              <a:bodyPr lIns="0" tIns="0" rIns="0" bIns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500" kern="1200">
                    <a:solidFill>
                      <a:schemeClr val="bg2">
                        <a:alpha val="6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99" b="0" i="0">
                    <a:latin typeface="+mn-lt"/>
                    <a:ea typeface="IBM Plex Sans" charset="0"/>
                    <a:cs typeface="IBM Plex Sans" charset="0"/>
                  </a:rPr>
                  <a:t>© Copyright IBM Corporation 2018               </a:t>
                </a:r>
              </a:p>
            </p:txBody>
          </p:sp>
          <p:sp>
            <p:nvSpPr>
              <p:cNvPr id="477" name="Date Placeholder 2"/>
              <p:cNvSpPr txBox="1">
                <a:spLocks/>
              </p:cNvSpPr>
              <p:nvPr userDrawn="1"/>
            </p:nvSpPr>
            <p:spPr>
              <a:xfrm>
                <a:off x="2256150" y="7899655"/>
                <a:ext cx="1371600" cy="220571"/>
              </a:xfrm>
              <a:prstGeom prst="rect">
                <a:avLst/>
              </a:prstGeom>
            </p:spPr>
            <p:txBody>
              <a:bodyPr lIns="0" tIns="0" rIns="0" bIns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r>
                  <a:rPr lang="en-US" sz="799" b="0" i="0">
                    <a:solidFill>
                      <a:schemeClr val="bg2">
                        <a:alpha val="60000"/>
                      </a:schemeClr>
                    </a:solidFill>
                    <a:latin typeface="+mn-lt"/>
                    <a:ea typeface="IBM Plex Sans" charset="0"/>
                    <a:cs typeface="IBM Plex Sans" charset="0"/>
                  </a:rPr>
                  <a:t> </a:t>
                </a:r>
                <a:fld id="{7C9968D1-C8E5-4FE3-AED4-7D4518C301B3}" type="datetime3">
                  <a:rPr lang="en-US" sz="799" b="0" i="0" smtClean="0">
                    <a:solidFill>
                      <a:schemeClr val="bg2">
                        <a:alpha val="60000"/>
                      </a:schemeClr>
                    </a:solidFill>
                    <a:latin typeface="+mn-lt"/>
                    <a:ea typeface="IBM Plex Sans" charset="0"/>
                    <a:cs typeface="IBM Plex Sans" charset="0"/>
                  </a:rPr>
                  <a:pPr marL="0" indent="0" algn="r" fontAlgn="auto">
                    <a:spcBef>
                      <a:spcPts val="0"/>
                    </a:spcBef>
                    <a:spcAft>
                      <a:spcPts val="0"/>
                    </a:spcAft>
                    <a:tabLst/>
                    <a:defRPr/>
                  </a:pPr>
                  <a:t>27 May 2026</a:t>
                </a:fld>
                <a:endParaRPr lang="en-US" sz="799" b="0" i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endParaRPr>
              </a:p>
            </p:txBody>
          </p:sp>
        </p:grpSp>
      </p:grpSp>
      <p:sp>
        <p:nvSpPr>
          <p:cNvPr id="479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480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bg2"/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bg2"/>
              </a:solidFill>
              <a:latin typeface="+mn-lt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20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arg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365760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72" y="7260336"/>
            <a:ext cx="2131024" cy="848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227" y="7541839"/>
            <a:ext cx="570973" cy="230561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114800" y="411480"/>
            <a:ext cx="10058400" cy="5760720"/>
          </a:xfrm>
        </p:spPr>
        <p:txBody>
          <a:bodyPr>
            <a:noAutofit/>
          </a:bodyPr>
          <a:lstStyle>
            <a:lvl1pPr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1601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_large typ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365760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72" y="7260336"/>
            <a:ext cx="2131024" cy="848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227" y="7541839"/>
            <a:ext cx="570973" cy="230561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114800" y="411480"/>
            <a:ext cx="10058400" cy="5760720"/>
          </a:xfrm>
        </p:spPr>
        <p:txBody>
          <a:bodyPr>
            <a:noAutofit/>
          </a:bodyPr>
          <a:lstStyle>
            <a:lvl1pPr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7699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large typ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3657600" y="457200"/>
            <a:ext cx="0" cy="73152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228" y="7541839"/>
            <a:ext cx="570972" cy="230561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114800" y="411480"/>
            <a:ext cx="10058400" cy="5760720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72" y="7260336"/>
            <a:ext cx="2131024" cy="8485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82740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114800" y="411480"/>
            <a:ext cx="10058400" cy="3383280"/>
          </a:xfrm>
        </p:spPr>
        <p:txBody>
          <a:bodyPr>
            <a:noAutofit/>
          </a:bodyPr>
          <a:lstStyle>
            <a:lvl1pPr>
              <a:defRPr sz="5400" b="1">
                <a:latin typeface="+mj-lt"/>
                <a:ea typeface="IBM Plex Sans" panose="020B0503050000000000" pitchFamily="34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65760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72" y="7260336"/>
            <a:ext cx="2131024" cy="848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7147" y="7541839"/>
            <a:ext cx="570973" cy="23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220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mall typ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114800" y="410411"/>
            <a:ext cx="9829800" cy="1188720"/>
          </a:xfrm>
        </p:spPr>
        <p:txBody>
          <a:bodyPr>
            <a:noAutofit/>
          </a:bodyPr>
          <a:lstStyle>
            <a:lvl1pPr marL="0" indent="0">
              <a:tabLst/>
              <a:defRPr sz="36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82880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365760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72" y="7260336"/>
            <a:ext cx="2131024" cy="848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560" y="7544257"/>
            <a:ext cx="570973" cy="230561"/>
          </a:xfrm>
          <a:prstGeom prst="rect">
            <a:avLst/>
          </a:prstGeom>
        </p:spPr>
      </p:pic>
      <p:cxnSp>
        <p:nvCxnSpPr>
          <p:cNvPr id="19" name="Straight Connector 18"/>
          <p:cNvCxnSpPr/>
          <p:nvPr userDrawn="1"/>
        </p:nvCxnSpPr>
        <p:spPr>
          <a:xfrm>
            <a:off x="59436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105156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36576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3657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small type_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 userDrawn="1"/>
        </p:nvCxnSpPr>
        <p:spPr>
          <a:xfrm>
            <a:off x="182880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365760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72" y="7260336"/>
            <a:ext cx="2131024" cy="848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560" y="7544257"/>
            <a:ext cx="570973" cy="230561"/>
          </a:xfrm>
          <a:prstGeom prst="rect">
            <a:avLst/>
          </a:prstGeom>
        </p:spPr>
      </p:pic>
      <p:cxnSp>
        <p:nvCxnSpPr>
          <p:cNvPr id="19" name="Straight Connector 18"/>
          <p:cNvCxnSpPr/>
          <p:nvPr userDrawn="1"/>
        </p:nvCxnSpPr>
        <p:spPr>
          <a:xfrm>
            <a:off x="59436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105156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365760" y="457200"/>
            <a:ext cx="0" cy="731520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0"/>
          <p:cNvSpPr>
            <a:spLocks noGrp="1"/>
          </p:cNvSpPr>
          <p:nvPr>
            <p:ph type="title"/>
          </p:nvPr>
        </p:nvSpPr>
        <p:spPr>
          <a:xfrm>
            <a:off x="4114800" y="410411"/>
            <a:ext cx="9829800" cy="1188720"/>
          </a:xfrm>
        </p:spPr>
        <p:txBody>
          <a:bodyPr>
            <a:noAutofit/>
          </a:bodyPr>
          <a:lstStyle>
            <a:lvl1pPr marL="0" indent="0">
              <a:tabLst/>
              <a:defRPr sz="36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98779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mall type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72" y="7260336"/>
            <a:ext cx="2131024" cy="848562"/>
          </a:xfrm>
          <a:prstGeom prst="rect">
            <a:avLst/>
          </a:prstGeom>
          <a:ln>
            <a:noFill/>
          </a:ln>
        </p:spPr>
      </p:pic>
      <p:cxnSp>
        <p:nvCxnSpPr>
          <p:cNvPr id="15" name="Straight Connector 14"/>
          <p:cNvCxnSpPr/>
          <p:nvPr userDrawn="1"/>
        </p:nvCxnSpPr>
        <p:spPr>
          <a:xfrm>
            <a:off x="1828800" y="457200"/>
            <a:ext cx="0" cy="73152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3657600" y="457200"/>
            <a:ext cx="0" cy="73152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560" y="7544257"/>
            <a:ext cx="570972" cy="230561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594360" y="457200"/>
            <a:ext cx="0" cy="73152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1051560" y="457200"/>
            <a:ext cx="0" cy="73152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365760" y="457200"/>
            <a:ext cx="0" cy="73152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0"/>
          <p:cNvSpPr>
            <a:spLocks noGrp="1"/>
          </p:cNvSpPr>
          <p:nvPr>
            <p:ph type="title"/>
          </p:nvPr>
        </p:nvSpPr>
        <p:spPr>
          <a:xfrm>
            <a:off x="4114800" y="410411"/>
            <a:ext cx="9829800" cy="1188720"/>
          </a:xfrm>
        </p:spPr>
        <p:txBody>
          <a:bodyPr>
            <a:noAutofit/>
          </a:bodyPr>
          <a:lstStyle>
            <a:lvl1pPr marL="0" indent="0">
              <a:tabLst/>
              <a:defRPr sz="3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4553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2494" y="7625253"/>
            <a:ext cx="570973" cy="23147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338560" y="1831411"/>
            <a:ext cx="2926080" cy="559685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3600" b="1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737974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1386405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17587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365760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5551851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10965834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941" y="53122"/>
            <a:ext cx="2131024" cy="8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495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2494" y="7625253"/>
            <a:ext cx="570973" cy="23147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338560" y="1831411"/>
            <a:ext cx="2926080" cy="559685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3600" b="1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737974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1386405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17587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365760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5551851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10965834" y="360680"/>
            <a:ext cx="0" cy="7508240"/>
          </a:xfrm>
          <a:prstGeom prst="line">
            <a:avLst/>
          </a:prstGeom>
          <a:ln w="31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941" y="53122"/>
            <a:ext cx="2131024" cy="8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619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495" y="7626167"/>
            <a:ext cx="570972" cy="2305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941" y="53123"/>
            <a:ext cx="2131024" cy="848562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338560" y="1831411"/>
            <a:ext cx="2926080" cy="5596128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36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737974" y="360680"/>
            <a:ext cx="0" cy="750824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1386405" y="360680"/>
            <a:ext cx="0" cy="750824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717587" y="360680"/>
            <a:ext cx="0" cy="750824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365760" y="360680"/>
            <a:ext cx="0" cy="750824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5551851" y="360680"/>
            <a:ext cx="0" cy="750824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10965834" y="360680"/>
            <a:ext cx="0" cy="750824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8013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4" y="7818135"/>
            <a:ext cx="566118" cy="228600"/>
          </a:xfrm>
          <a:prstGeom prst="rect">
            <a:avLst/>
          </a:prstGeom>
        </p:spPr>
      </p:pic>
      <p:grpSp>
        <p:nvGrpSpPr>
          <p:cNvPr id="20" name="Group 19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21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latin typeface="+mn-lt"/>
                  <a:ea typeface="IBM Plex Sans" charset="0"/>
                  <a:cs typeface="IBM Plex Sans" charset="0"/>
                </a:rPr>
                <a:t>© Copyright IBM Corporation 2018               </a:t>
              </a:r>
            </a:p>
          </p:txBody>
        </p:sp>
        <p:sp>
          <p:nvSpPr>
            <p:cNvPr id="22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bg2">
                    <a:alpha val="60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bg2"/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bg2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3" y="7818135"/>
            <a:ext cx="566118" cy="228601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57400"/>
            <a:ext cx="6583680" cy="5257800"/>
          </a:xfrm>
        </p:spPr>
        <p:txBody>
          <a:bodyPr tIns="0"/>
          <a:lstStyle/>
          <a:p>
            <a:pPr marL="5945188" indent="-5943600" algn="just">
              <a:spcBef>
                <a:spcPts val="0"/>
              </a:spcBef>
            </a:pPr>
            <a:r>
              <a:rPr lang="en-US" b="1"/>
              <a:t>Part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Four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 b="1"/>
              <a:t>Part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 b="1"/>
              <a:t>Part Three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</p:txBody>
      </p:sp>
      <p:sp>
        <p:nvSpPr>
          <p:cNvPr id="16" name="Content Placeholder 3"/>
          <p:cNvSpPr>
            <a:spLocks noGrp="1"/>
          </p:cNvSpPr>
          <p:nvPr>
            <p:ph idx="4294967295"/>
          </p:nvPr>
        </p:nvSpPr>
        <p:spPr>
          <a:xfrm>
            <a:off x="7589520" y="2057400"/>
            <a:ext cx="6583680" cy="5257800"/>
          </a:xfrm>
        </p:spPr>
        <p:txBody>
          <a:bodyPr tIns="0"/>
          <a:lstStyle/>
          <a:p>
            <a:pPr marL="5945188" indent="-5943600" algn="just">
              <a:spcBef>
                <a:spcPts val="0"/>
              </a:spcBef>
            </a:pPr>
            <a:r>
              <a:rPr lang="en-US" b="1"/>
              <a:t>Part Four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 b="1"/>
              <a:t>Appendix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349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21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latin typeface="+mn-lt"/>
                  <a:ea typeface="IBM Plex Sans" charset="0"/>
                  <a:cs typeface="IBM Plex Sans" charset="0"/>
                </a:rPr>
                <a:t>© Copyright IBM Corporation 2018               </a:t>
              </a:r>
            </a:p>
          </p:txBody>
        </p:sp>
        <p:sp>
          <p:nvSpPr>
            <p:cNvPr id="22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bg2">
                    <a:alpha val="60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bg2"/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bg2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57400"/>
            <a:ext cx="6583680" cy="5257800"/>
          </a:xfrm>
        </p:spPr>
        <p:txBody>
          <a:bodyPr tIns="0"/>
          <a:lstStyle/>
          <a:p>
            <a:pPr marL="5945188" indent="-5943600" algn="just">
              <a:spcBef>
                <a:spcPts val="0"/>
              </a:spcBef>
            </a:pPr>
            <a:r>
              <a:rPr lang="en-US" b="1"/>
              <a:t>Part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Four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 b="1"/>
              <a:t>Part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 b="1"/>
              <a:t>Part Three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4294967295"/>
          </p:nvPr>
        </p:nvSpPr>
        <p:spPr>
          <a:xfrm>
            <a:off x="7589520" y="2057400"/>
            <a:ext cx="6583680" cy="5257800"/>
          </a:xfrm>
        </p:spPr>
        <p:txBody>
          <a:bodyPr tIns="0"/>
          <a:lstStyle/>
          <a:p>
            <a:pPr marL="5945188" indent="-5943600" algn="just">
              <a:spcBef>
                <a:spcPts val="0"/>
              </a:spcBef>
            </a:pPr>
            <a:r>
              <a:rPr lang="en-US" b="1"/>
              <a:t>Part Four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 b="1"/>
              <a:t>Appendix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3" y="7818135"/>
            <a:ext cx="566118" cy="22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313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21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solidFill>
                    <a:schemeClr val="tx2">
                      <a:lumMod val="25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© Copyright IBM Corporation 2018               </a:t>
              </a:r>
            </a:p>
          </p:txBody>
        </p:sp>
        <p:sp>
          <p:nvSpPr>
            <p:cNvPr id="22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tx2">
                      <a:lumMod val="25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tx2">
                      <a:lumMod val="25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tx2">
                    <a:lumMod val="25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2">
                    <a:lumMod val="25000"/>
                  </a:schemeClr>
                </a:solidFill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tx2">
                    <a:lumMod val="25000"/>
                  </a:schemeClr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tx2">
                  <a:lumMod val="25000"/>
                </a:schemeClr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>
            <a:lvl1pPr>
              <a:defRPr>
                <a:solidFill>
                  <a:schemeClr val="tx2">
                    <a:lumMod val="25000"/>
                  </a:schemeClr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57400"/>
            <a:ext cx="6583680" cy="5257800"/>
          </a:xfrm>
        </p:spPr>
        <p:txBody>
          <a:bodyPr tIns="0"/>
          <a:lstStyle>
            <a:lvl1pPr>
              <a:defRPr>
                <a:solidFill>
                  <a:schemeClr val="tx2">
                    <a:lumMod val="25000"/>
                  </a:schemeClr>
                </a:solidFill>
              </a:defRPr>
            </a:lvl1pPr>
          </a:lstStyle>
          <a:p>
            <a:pPr marL="5945188" indent="-5943600" algn="just">
              <a:spcBef>
                <a:spcPts val="0"/>
              </a:spcBef>
            </a:pPr>
            <a:r>
              <a:rPr lang="en-US">
                <a:solidFill>
                  <a:schemeClr val="accent2"/>
                </a:solidFill>
              </a:rPr>
              <a:t>Part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Four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>
                <a:solidFill>
                  <a:schemeClr val="accent2"/>
                </a:solidFill>
              </a:rPr>
              <a:t>Part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>
                <a:solidFill>
                  <a:schemeClr val="accent2"/>
                </a:solidFill>
              </a:rPr>
              <a:t>Part Three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</p:txBody>
      </p:sp>
      <p:sp>
        <p:nvSpPr>
          <p:cNvPr id="17" name="Content Placeholder 3"/>
          <p:cNvSpPr>
            <a:spLocks noGrp="1"/>
          </p:cNvSpPr>
          <p:nvPr>
            <p:ph idx="4294967295"/>
          </p:nvPr>
        </p:nvSpPr>
        <p:spPr>
          <a:xfrm>
            <a:off x="7589520" y="2057400"/>
            <a:ext cx="6583680" cy="5257800"/>
          </a:xfrm>
        </p:spPr>
        <p:txBody>
          <a:bodyPr tIns="0"/>
          <a:lstStyle>
            <a:lvl1pPr>
              <a:defRPr>
                <a:solidFill>
                  <a:schemeClr val="tx2">
                    <a:lumMod val="25000"/>
                  </a:schemeClr>
                </a:solidFill>
              </a:defRPr>
            </a:lvl1pPr>
          </a:lstStyle>
          <a:p>
            <a:pPr marL="5945188" indent="-5943600" algn="just">
              <a:spcBef>
                <a:spcPts val="0"/>
              </a:spcBef>
            </a:pPr>
            <a:r>
              <a:rPr lang="en-US">
                <a:solidFill>
                  <a:schemeClr val="accent2"/>
                </a:solidFill>
              </a:rPr>
              <a:t>Part Four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Three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r>
              <a:rPr lang="en-US">
                <a:solidFill>
                  <a:schemeClr val="accent2"/>
                </a:solidFill>
              </a:rPr>
              <a:t>Appendix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One	00</a:t>
            </a:r>
          </a:p>
          <a:p>
            <a:pPr marL="5945188" indent="-5943600" algn="just">
              <a:spcBef>
                <a:spcPts val="0"/>
              </a:spcBef>
            </a:pPr>
            <a:r>
              <a:rPr lang="en-US"/>
              <a:t>Section Two	00</a:t>
            </a:r>
          </a:p>
          <a:p>
            <a:pPr marL="5945188" indent="-5943600" algn="just">
              <a:spcBef>
                <a:spcPts val="0"/>
              </a:spcBef>
            </a:pPr>
            <a:endParaRPr lang="en-US"/>
          </a:p>
          <a:p>
            <a:pPr marL="5945188" indent="-5943600" algn="just">
              <a:spcBef>
                <a:spcPts val="0"/>
              </a:spcBef>
            </a:pPr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560" y="7544257"/>
            <a:ext cx="570972" cy="23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273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315200" y="0"/>
            <a:ext cx="7315200" cy="8229600"/>
          </a:xfrm>
        </p:spPr>
        <p:txBody>
          <a:bodyPr/>
          <a:lstStyle>
            <a:lvl1pPr>
              <a:defRPr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6629400" cy="5257800"/>
          </a:xfrm>
        </p:spPr>
        <p:txBody>
          <a:bodyPr>
            <a:noAutofit/>
          </a:bodyPr>
          <a:lstStyle>
            <a:lvl1pPr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24" y="7818135"/>
            <a:ext cx="566118" cy="228600"/>
          </a:xfrm>
          <a:prstGeom prst="rect">
            <a:avLst/>
          </a:prstGeom>
        </p:spPr>
      </p:pic>
      <p:grpSp>
        <p:nvGrpSpPr>
          <p:cNvPr id="20" name="Group 19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21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latin typeface="+mn-lt"/>
                  <a:ea typeface="IBM Plex Sans" charset="0"/>
                  <a:cs typeface="IBM Plex Sans" charset="0"/>
                </a:rPr>
                <a:t>© Copyright IBM Corporation 2018               </a:t>
              </a:r>
            </a:p>
          </p:txBody>
        </p:sp>
        <p:sp>
          <p:nvSpPr>
            <p:cNvPr id="22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bg2">
                    <a:alpha val="60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bg2"/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bg2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272" y="7544257"/>
            <a:ext cx="570973" cy="23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283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315200" y="0"/>
            <a:ext cx="7315200" cy="8229600"/>
          </a:xfrm>
        </p:spPr>
        <p:txBody>
          <a:bodyPr/>
          <a:lstStyle>
            <a:lvl1pPr>
              <a:defRPr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6629400" cy="5257800"/>
          </a:xfrm>
        </p:spPr>
        <p:txBody>
          <a:bodyPr>
            <a:noAutofit/>
          </a:bodyPr>
          <a:lstStyle>
            <a:lvl1pPr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21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latin typeface="+mn-lt"/>
                  <a:ea typeface="IBM Plex Sans" charset="0"/>
                  <a:cs typeface="IBM Plex Sans" charset="0"/>
                </a:rPr>
                <a:t>© Copyright IBM Corporation 2018               </a:t>
              </a:r>
            </a:p>
          </p:txBody>
        </p:sp>
        <p:sp>
          <p:nvSpPr>
            <p:cNvPr id="22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bg2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bg2">
                    <a:alpha val="60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bg2"/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bg2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272" y="7544257"/>
            <a:ext cx="570973" cy="23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695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21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solidFill>
                    <a:schemeClr val="tx2">
                      <a:lumMod val="25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© Copyright IBM Corporation 2018               </a:t>
              </a:r>
            </a:p>
          </p:txBody>
        </p:sp>
        <p:sp>
          <p:nvSpPr>
            <p:cNvPr id="22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tx2">
                      <a:lumMod val="25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tx2">
                      <a:lumMod val="25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tx2">
                    <a:lumMod val="25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23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2">
                    <a:lumMod val="25000"/>
                  </a:schemeClr>
                </a:solidFill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24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tx2">
                    <a:lumMod val="25000"/>
                  </a:schemeClr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tx2">
                  <a:lumMod val="25000"/>
                </a:schemeClr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560" y="7544257"/>
            <a:ext cx="570972" cy="230561"/>
          </a:xfrm>
          <a:prstGeom prst="rect">
            <a:avLst/>
          </a:prstGeom>
        </p:spPr>
      </p:pic>
      <p:sp>
        <p:nvSpPr>
          <p:cNvPr id="11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315200" y="0"/>
            <a:ext cx="7315200" cy="8229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6629400" cy="5257800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24895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1928" y="3502152"/>
            <a:ext cx="2263140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301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_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1928" y="3502152"/>
            <a:ext cx="2263140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405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90" y="3502152"/>
            <a:ext cx="2261616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182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65913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IB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7654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D] IBM sign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77115" y="3700615"/>
            <a:ext cx="2076170" cy="82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454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4-5] 9 small boxe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10972800" y="2057400"/>
            <a:ext cx="3657600" cy="20574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6629401" cy="1326196"/>
          </a:xfrm>
        </p:spPr>
        <p:txBody>
          <a:bodyPr>
            <a:noAutofit/>
          </a:bodyPr>
          <a:lstStyle>
            <a:lvl1pPr>
              <a:defRPr sz="2800">
                <a:solidFill>
                  <a:srgbClr val="001141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3657600" y="2057400"/>
            <a:ext cx="3657600" cy="20574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7315200" y="2057400"/>
            <a:ext cx="3657600" cy="20574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10972800" y="4114799"/>
            <a:ext cx="3657600" cy="20574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657600" y="4114799"/>
            <a:ext cx="3657600" cy="20574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7315200" y="4114799"/>
            <a:ext cx="3657600" cy="20574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B0701B-7540-2D4A-8102-88493CA074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05929" y="7863840"/>
            <a:ext cx="566118" cy="228600"/>
          </a:xfrm>
          <a:prstGeom prst="rect">
            <a:avLst/>
          </a:prstGeom>
        </p:spPr>
      </p:pic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346FFF0-AE49-DD44-9424-041D7790E2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1" y="7315201"/>
            <a:ext cx="2971800" cy="484632"/>
          </a:xfrm>
        </p:spPr>
        <p:txBody>
          <a:bodyPr anchor="b"/>
          <a:lstStyle>
            <a:lvl1pPr>
              <a:spcBef>
                <a:spcPts val="0"/>
              </a:spcBef>
              <a:defRPr sz="8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08E30A-FCE5-019B-DEB5-F6D15B5FC6CD}"/>
              </a:ext>
            </a:extLst>
          </p:cNvPr>
          <p:cNvCxnSpPr/>
          <p:nvPr userDrawn="1"/>
        </p:nvCxnSpPr>
        <p:spPr bwMode="auto">
          <a:xfrm>
            <a:off x="3657601" y="2057400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14E05C-EFDC-83EE-CDCA-F9C9A0D199CF}"/>
              </a:ext>
            </a:extLst>
          </p:cNvPr>
          <p:cNvCxnSpPr/>
          <p:nvPr userDrawn="1"/>
        </p:nvCxnSpPr>
        <p:spPr bwMode="auto">
          <a:xfrm>
            <a:off x="7315201" y="2057400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3BE46-6247-F822-4731-6DE3D1C69456}"/>
              </a:ext>
            </a:extLst>
          </p:cNvPr>
          <p:cNvCxnSpPr/>
          <p:nvPr userDrawn="1"/>
        </p:nvCxnSpPr>
        <p:spPr bwMode="auto">
          <a:xfrm>
            <a:off x="10972801" y="2057400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C3D9-5EBD-F122-62CD-FEAA5A6F53E6}"/>
              </a:ext>
            </a:extLst>
          </p:cNvPr>
          <p:cNvCxnSpPr/>
          <p:nvPr userDrawn="1"/>
        </p:nvCxnSpPr>
        <p:spPr bwMode="auto">
          <a:xfrm>
            <a:off x="7315201" y="4114800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96EF-E60D-F38E-B6E4-38D9CDA15291}"/>
              </a:ext>
            </a:extLst>
          </p:cNvPr>
          <p:cNvCxnSpPr/>
          <p:nvPr userDrawn="1"/>
        </p:nvCxnSpPr>
        <p:spPr bwMode="auto">
          <a:xfrm>
            <a:off x="10972801" y="4114800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1A11B0-F3CF-AA43-9BB4-AEF79B6A0675}"/>
              </a:ext>
            </a:extLst>
          </p:cNvPr>
          <p:cNvCxnSpPr/>
          <p:nvPr userDrawn="1"/>
        </p:nvCxnSpPr>
        <p:spPr bwMode="auto">
          <a:xfrm>
            <a:off x="3657601" y="4114800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9AED25-D6FE-2A3E-C452-4F32D0A9F4D2}"/>
              </a:ext>
            </a:extLst>
          </p:cNvPr>
          <p:cNvSpPr txBox="1"/>
          <p:nvPr userDrawn="1"/>
        </p:nvSpPr>
        <p:spPr>
          <a:xfrm>
            <a:off x="457200" y="4572000"/>
            <a:ext cx="2286000" cy="1219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09753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IBM Plex Sans" charset="0"/>
              <a:cs typeface="IBM Plex Sans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1E8A20-C8D2-76A2-B504-EFCFC947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057402"/>
            <a:ext cx="2971800" cy="4983796"/>
          </a:xfr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001141"/>
                </a:solidFill>
              </a:defRPr>
            </a:lvl1pPr>
            <a:lvl2pPr marL="457182" indent="0">
              <a:buNone/>
              <a:defRPr sz="1400"/>
            </a:lvl2pPr>
            <a:lvl3pPr marL="914364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1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DA435784-C6E0-4E6D-683A-428BA3CE9C4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662081" y="6172200"/>
            <a:ext cx="3657600" cy="1645944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7FA03454-7049-8711-41A2-6392644568D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315200" y="6172200"/>
            <a:ext cx="3657600" cy="20574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55675DA-63F6-5360-A31E-FBCE3C2387E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0972800" y="6172202"/>
            <a:ext cx="3657600" cy="2066543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600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DF9D18-25FF-188C-D13A-93D98DCB25EF}"/>
              </a:ext>
            </a:extLst>
          </p:cNvPr>
          <p:cNvCxnSpPr/>
          <p:nvPr userDrawn="1"/>
        </p:nvCxnSpPr>
        <p:spPr bwMode="auto">
          <a:xfrm>
            <a:off x="3657601" y="6172200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13EFE4-4F38-A6E4-094C-78CC74C8DBDF}"/>
              </a:ext>
            </a:extLst>
          </p:cNvPr>
          <p:cNvCxnSpPr/>
          <p:nvPr userDrawn="1"/>
        </p:nvCxnSpPr>
        <p:spPr bwMode="auto">
          <a:xfrm>
            <a:off x="7315201" y="6172199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23CBAF-CC2A-D210-A5D4-6A045DC72208}"/>
              </a:ext>
            </a:extLst>
          </p:cNvPr>
          <p:cNvCxnSpPr/>
          <p:nvPr userDrawn="1"/>
        </p:nvCxnSpPr>
        <p:spPr bwMode="auto">
          <a:xfrm>
            <a:off x="10972801" y="6172199"/>
            <a:ext cx="34290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9131B513-3543-BE91-B2BA-075F738460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201" y="182882"/>
            <a:ext cx="2971796" cy="27431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000" b="0" i="0">
                <a:solidFill>
                  <a:srgbClr val="6F6F6F"/>
                </a:solidFill>
                <a:latin typeface="IBM Plex Sans Medm" panose="020B0503050203000203" pitchFamily="34" charset="0"/>
              </a:defRPr>
            </a:lvl1pPr>
            <a:lvl2pPr>
              <a:defRPr sz="800" b="0" i="0">
                <a:latin typeface="IBM Plex Sans Medm" panose="020B0503050203000203" pitchFamily="34" charset="0"/>
              </a:defRPr>
            </a:lvl2pPr>
            <a:lvl3pPr>
              <a:defRPr sz="800" b="0" i="0">
                <a:latin typeface="IBM Plex Sans Medm" panose="020B0503050203000203" pitchFamily="34" charset="0"/>
              </a:defRPr>
            </a:lvl3pPr>
            <a:lvl4pPr>
              <a:defRPr sz="800" b="0" i="0">
                <a:latin typeface="IBM Plex Sans Medm" panose="020B0503050203000203" pitchFamily="34" charset="0"/>
              </a:defRPr>
            </a:lvl4pPr>
            <a:lvl5pPr>
              <a:defRPr sz="800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25815980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3-3] 3 co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657600" y="0"/>
            <a:ext cx="109728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b="0" i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57400"/>
            <a:ext cx="2971800" cy="36576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defRPr sz="40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43800" y="2057401"/>
            <a:ext cx="3383280" cy="5257800"/>
          </a:xfrm>
        </p:spPr>
        <p:txBody>
          <a:bodyPr tIns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 marL="182880" indent="-182880">
              <a:lnSpc>
                <a:spcPct val="110000"/>
              </a:lnSpc>
              <a:spcBef>
                <a:spcPts val="1800"/>
              </a:spcBef>
              <a:defRPr sz="1800">
                <a:solidFill>
                  <a:schemeClr val="tx1"/>
                </a:solidFill>
              </a:defRPr>
            </a:lvl2pPr>
            <a:lvl3pPr marL="365760" indent="-182880"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4pPr>
            <a:lvl5pPr marL="73152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3886200" y="2057401"/>
            <a:ext cx="3383280" cy="5257800"/>
          </a:xfrm>
        </p:spPr>
        <p:txBody>
          <a:bodyPr tIns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 marL="182880" indent="-182880">
              <a:lnSpc>
                <a:spcPct val="110000"/>
              </a:lnSpc>
              <a:spcBef>
                <a:spcPts val="1200"/>
              </a:spcBef>
              <a:defRPr sz="1800">
                <a:solidFill>
                  <a:schemeClr val="tx1"/>
                </a:solidFill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4pPr>
            <a:lvl5pPr marL="73152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1201400" y="2057401"/>
            <a:ext cx="3200400" cy="5257800"/>
          </a:xfrm>
        </p:spPr>
        <p:txBody>
          <a:bodyPr tIns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 marL="182880" indent="-182880">
              <a:lnSpc>
                <a:spcPct val="110000"/>
              </a:lnSpc>
              <a:spcBef>
                <a:spcPts val="1800"/>
              </a:spcBef>
              <a:defRPr sz="1800">
                <a:solidFill>
                  <a:schemeClr val="tx1"/>
                </a:solidFill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4pPr>
            <a:lvl5pPr marL="731520" indent="-18288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7315201"/>
            <a:ext cx="3017522" cy="484632"/>
          </a:xfrm>
        </p:spPr>
        <p:txBody>
          <a:bodyPr tIns="0" anchor="b"/>
          <a:lstStyle>
            <a:lvl1pPr>
              <a:defRPr sz="800" b="0">
                <a:solidFill>
                  <a:schemeClr val="tx1">
                    <a:alpha val="60000"/>
                  </a:schemeClr>
                </a:solidFill>
              </a:defRPr>
            </a:lvl1pPr>
            <a:lvl2pPr>
              <a:defRPr sz="901"/>
            </a:lvl2pPr>
            <a:lvl3pPr>
              <a:defRPr sz="901"/>
            </a:lvl3pPr>
            <a:lvl4pPr>
              <a:defRPr sz="901"/>
            </a:lvl4pPr>
            <a:lvl5pPr>
              <a:defRPr sz="901"/>
            </a:lvl5pPr>
          </a:lstStyle>
          <a:p>
            <a:pPr lvl="0"/>
            <a:r>
              <a:rPr lang="en-US"/>
              <a:t>Source: Edit source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F33CE2-5DE7-B746-ABEB-505C008959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05929" y="7863840"/>
            <a:ext cx="566118" cy="2286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7E6FF0C-6C54-9B62-EC97-1040E29298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57200"/>
            <a:ext cx="2971796" cy="27431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tx1"/>
                </a:solidFill>
                <a:latin typeface="IBM Plex Sans Medm" panose="020B0503050203000203" pitchFamily="34" charset="0"/>
              </a:defRPr>
            </a:lvl1pPr>
            <a:lvl2pPr>
              <a:defRPr sz="800" b="0" i="0">
                <a:latin typeface="IBM Plex Sans Medm" panose="020B0503050203000203" pitchFamily="34" charset="0"/>
              </a:defRPr>
            </a:lvl2pPr>
            <a:lvl3pPr>
              <a:defRPr sz="800" b="0" i="0">
                <a:latin typeface="IBM Plex Sans Medm" panose="020B0503050203000203" pitchFamily="34" charset="0"/>
              </a:defRPr>
            </a:lvl3pPr>
            <a:lvl4pPr>
              <a:defRPr sz="800" b="0" i="0">
                <a:latin typeface="IBM Plex Sans Medm" panose="020B0503050203000203" pitchFamily="34" charset="0"/>
              </a:defRPr>
            </a:lvl4pPr>
            <a:lvl5pPr>
              <a:defRPr sz="800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6334091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0"/>
            <a:ext cx="14630400" cy="2057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 i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265176"/>
            <a:ext cx="6583680" cy="274320"/>
          </a:xfrm>
        </p:spPr>
        <p:txBody>
          <a:bodyPr lIns="0" tIns="0" rIns="0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342632"/>
            <a:ext cx="6583680" cy="4572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800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73080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56511"/>
            <a:ext cx="932688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663440"/>
            <a:ext cx="768096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230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54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776" y="5288281"/>
            <a:ext cx="9326880" cy="163449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776" y="3488056"/>
            <a:ext cx="932688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878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920240"/>
            <a:ext cx="484632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1920240"/>
            <a:ext cx="484632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868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842136"/>
            <a:ext cx="4848226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609850"/>
            <a:ext cx="4848226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1" y="1842136"/>
            <a:ext cx="4850130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4031" y="2609850"/>
            <a:ext cx="485013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307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6116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5648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7660"/>
            <a:ext cx="3609976" cy="139446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060" y="327660"/>
            <a:ext cx="61341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722120"/>
            <a:ext cx="3609976" cy="5629276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100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6" y="5760720"/>
            <a:ext cx="6583680" cy="68008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0746" y="735330"/>
            <a:ext cx="6583680" cy="493776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6" y="6440806"/>
            <a:ext cx="6583680" cy="96583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200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9854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5280" y="329566"/>
            <a:ext cx="246888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329566"/>
            <a:ext cx="7223760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06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1-L3, 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4630400" cy="72009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00" y="230430"/>
            <a:ext cx="6629489" cy="3772852"/>
          </a:xfrm>
        </p:spPr>
        <p:txBody>
          <a:bodyPr/>
          <a:lstStyle>
            <a:lvl1pPr>
              <a:lnSpc>
                <a:spcPct val="100000"/>
              </a:lnSpc>
              <a:defRPr sz="5159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here to edit the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599" y="7253021"/>
            <a:ext cx="2962346" cy="6858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1pPr>
            <a:lvl2pPr marL="153598" indent="-153598"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2pPr>
            <a:lvl3pPr marL="307195" indent="-153598"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3pPr>
            <a:lvl4pPr marL="460793" indent="-153598"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here to edit the master text style</a:t>
            </a:r>
            <a:endParaRPr lang="zh-CN" altLang="en-US"/>
          </a:p>
          <a:p>
            <a:pPr lvl="1"/>
            <a:r>
              <a:rPr lang="en-US" altLang="zh-CN"/>
              <a:t>Level 2</a:t>
            </a:r>
            <a:endParaRPr lang="zh-CN" altLang="en-US"/>
          </a:p>
          <a:p>
            <a:pPr lvl="2"/>
            <a:r>
              <a:rPr lang="en-US" altLang="zh-CN"/>
              <a:t>Level 3</a:t>
            </a:r>
            <a:endParaRPr lang="zh-CN" altLang="en-US"/>
          </a:p>
          <a:p>
            <a:pPr lvl="3"/>
            <a:r>
              <a:rPr lang="en-US" altLang="zh-CN"/>
              <a:t>Level 4</a:t>
            </a:r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379" y="7250843"/>
            <a:ext cx="2962346" cy="6858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1pPr>
            <a:lvl2pPr marL="153598" indent="-153598"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2pPr>
            <a:lvl3pPr marL="307195" indent="-153598"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3pPr>
            <a:lvl4pPr marL="460793" indent="-153598"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68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here to edit the master text style</a:t>
            </a:r>
            <a:endParaRPr lang="zh-CN" altLang="en-US"/>
          </a:p>
          <a:p>
            <a:pPr lvl="1"/>
            <a:r>
              <a:rPr lang="en-US" altLang="zh-CN"/>
              <a:t>Level 2</a:t>
            </a:r>
            <a:endParaRPr lang="zh-CN" altLang="en-US"/>
          </a:p>
          <a:p>
            <a:pPr lvl="2"/>
            <a:r>
              <a:rPr lang="en-US" altLang="zh-CN"/>
              <a:t>Level 3</a:t>
            </a:r>
            <a:endParaRPr lang="zh-CN" altLang="en-US"/>
          </a:p>
          <a:p>
            <a:pPr lvl="3"/>
            <a:r>
              <a:rPr lang="en-US" altLang="zh-CN"/>
              <a:t>Level 4</a:t>
            </a:r>
            <a:endParaRPr lang="zh-CN" altLang="en-US"/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366230" y="7516178"/>
            <a:ext cx="982852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49214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EF1C3E-E6DB-F28B-07B5-DECEDA7D6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FB876E9-AACC-84E6-082D-E179C90C8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E9AAA6-50CA-9DE7-23E0-40BC8221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930D40-99A2-6BC4-D57E-0CE7394A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2A46D-7E26-50B2-3036-9A55F13A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7067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795B71-3AA4-B253-C7DE-C122DBD3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E6DC5D-0177-C55C-4FF1-85349B767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B4D6C8-C193-5A66-FF01-6C1E7592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2D8EF7-E938-A647-DB85-B4B6625E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1CDEAA-0A96-CC70-F8EC-29303AC6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4477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876B3-6491-161E-BE54-26F4A806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746A8F-2448-12C3-8B06-196D49B78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C31EEE-54BA-FDD2-0B2D-F3AEF17E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5ED1B2-C964-84C5-EB5A-988BDDBF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426DC1-E22F-76A1-0DEE-A7546213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2822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1EFB4A-AC03-F540-CB08-B6A69D68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0AC3D6-B3A9-9E5B-BB7C-FEF82E39F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21D367-38C6-29CE-90E7-EEA2E3B30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31381F-3BDD-3550-8376-82BD8CA2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529DCE-741B-DC36-9AE4-32A5C9F0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AD3DAA-DF6C-3512-BC8B-EA1FAAB4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296382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9389E-422B-7321-951A-7A71332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ECD94A-6445-CA23-844E-F204D2E1B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7CA64CB-C3FB-FDFB-E630-8B0CF5572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55D6283-1EB0-9CC1-9E63-922997B9D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62FE91-6B88-9847-5677-268245158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AD994DC-DEED-AE4F-70CC-347FDBC1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351FEC0-95AD-2E2C-DCA8-2C99F864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9496F91-F59C-D02D-2CC4-DFFA0B6A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73720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138C5-7C77-6A80-90AD-00C27482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F450F8-4831-F8A4-5AAC-C37A3DE8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9DEC2E1-84BB-AC58-660C-E7B88283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043B2A9-F757-1E3F-BC51-937C8D67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187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DA7B78C-8D7B-C707-F15F-1F165B59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CA1BC45-7BBA-23B6-01E4-ECD19210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1BFC7F-ED0B-65A8-C756-A626A492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36283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F9544C-1E38-5AA9-CFC8-AEA26AC3E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C64CF4-182D-4929-5709-77C65DFC8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88A9CB0-6F16-B734-1BE2-D961580D1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79B528-25D2-84A9-1DA9-72C81481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134A2B-F02A-4ADA-988E-518C429D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A6C2A5-3750-136A-552A-FE76DF40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73882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5FA73D-4CAE-893A-4AA8-C26650C7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38C6D1B-03F1-A91C-B12C-3184BF9AB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D8FE1A4-E75C-FC89-1494-260DD53FA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7CCFC0-33A5-1E37-7876-E959FAD9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123DDD-4B49-D327-C94B-1228965E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EBA0F9-1A08-3514-189D-8F672552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467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B47472-DE1C-9B77-B911-6F1640B7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AD4667-7C79-8E7D-F62B-A3FAA51DB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899F73-60E9-8178-5D53-D4A15A30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981BCF-8EE5-9FE6-49EE-E94464C4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7E4E-196E-0840-CA81-68EAB3AE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820925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B0AED96-ADB5-C0DB-9332-C455F5FA1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B22D1D-B27E-E6BB-05BB-8FEE20DD2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72EB78-F0CB-833C-E967-C6788837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CFFCB7-C4D3-A8B1-DADE-EF2B63375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7941C1-9732-6F65-4CD7-2BA3FE33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52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Relationship Id="rId30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oleObject" Target="../embeddings/oleObject2.bin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物件 4" hidden="1">
            <a:extLst>
              <a:ext uri="{FF2B5EF4-FFF2-40B4-BE49-F238E27FC236}">
                <a16:creationId xmlns:a16="http://schemas.microsoft.com/office/drawing/2014/main" id="{727925C1-E6D2-403B-8EEE-1EFDB6B031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1064759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95" imgH="394" progId="TCLayout.ActiveDocument.1">
                  <p:embed/>
                </p:oleObj>
              </mc:Choice>
              <mc:Fallback>
                <p:oleObj name="think-cell Slide" r:id="rId28" imgW="395" imgH="394" progId="TCLayout.ActiveDocument.1">
                  <p:embed/>
                  <p:pic>
                    <p:nvPicPr>
                      <p:cNvPr id="5" name="物件 4" hidden="1">
                        <a:extLst>
                          <a:ext uri="{FF2B5EF4-FFF2-40B4-BE49-F238E27FC236}">
                            <a16:creationId xmlns:a16="http://schemas.microsoft.com/office/drawing/2014/main" id="{727925C1-E6D2-403B-8EEE-1EFDB6B031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>
            <a:extLst>
              <a:ext uri="{FF2B5EF4-FFF2-40B4-BE49-F238E27FC236}">
                <a16:creationId xmlns:a16="http://schemas.microsoft.com/office/drawing/2014/main" id="{657AF0FF-68AE-493D-B874-57B9C1428A73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US" altLang="zh-TW" sz="3600" b="0" i="0" baseline="0" err="1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6583680" cy="1143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6583680" cy="52578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812" y="7818143"/>
            <a:ext cx="566118" cy="2286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914400" y="7899655"/>
            <a:ext cx="2713350" cy="220571"/>
            <a:chOff x="914400" y="7899655"/>
            <a:chExt cx="2713350" cy="220571"/>
          </a:xfrm>
        </p:grpSpPr>
        <p:sp>
          <p:nvSpPr>
            <p:cNvPr id="10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99" b="0" i="0">
                  <a:solidFill>
                    <a:schemeClr val="tx1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© Copyright IBM Corporation 2026               </a:t>
              </a:r>
            </a:p>
          </p:txBody>
        </p:sp>
        <p:sp>
          <p:nvSpPr>
            <p:cNvPr id="14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799" b="0" i="0">
                  <a:solidFill>
                    <a:schemeClr val="tx1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t> </a:t>
              </a:r>
              <a:fld id="{7C9968D1-C8E5-4FE3-AED4-7D4518C301B3}" type="datetime3">
                <a:rPr lang="en-US" sz="799" b="0" i="0" smtClean="0">
                  <a:solidFill>
                    <a:schemeClr val="tx1">
                      <a:alpha val="60000"/>
                    </a:schemeClr>
                  </a:solidFill>
                  <a:latin typeface="+mn-lt"/>
                  <a:ea typeface="IBM Plex Sans" charset="0"/>
                  <a:cs typeface="IBM Plex Sans" charset="0"/>
                </a:rPr>
                <a:pPr marL="0" indent="0" algn="r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27 May 2026</a:t>
              </a:fld>
              <a:endParaRPr lang="en-US" sz="799" b="0" i="0">
                <a:solidFill>
                  <a:schemeClr val="tx1">
                    <a:alpha val="60000"/>
                  </a:schemeClr>
                </a:solidFill>
                <a:latin typeface="+mn-lt"/>
                <a:ea typeface="IBM Plex Sans" charset="0"/>
                <a:cs typeface="IBM Plex Sans" charset="0"/>
              </a:endParaRPr>
            </a:p>
          </p:txBody>
        </p:sp>
      </p:grpSp>
      <p:sp>
        <p:nvSpPr>
          <p:cNvPr id="16" name="Footer Placeholder 3"/>
          <p:cNvSpPr txBox="1">
            <a:spLocks/>
          </p:cNvSpPr>
          <p:nvPr userDrawn="1"/>
        </p:nvSpPr>
        <p:spPr>
          <a:xfrm>
            <a:off x="3886200" y="7900416"/>
            <a:ext cx="2284416" cy="21905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" b="0" i="0">
                <a:solidFill>
                  <a:schemeClr val="tx1">
                    <a:alpha val="60000"/>
                  </a:schemeClr>
                </a:solidFill>
                <a:latin typeface="+mn-lt"/>
                <a:ea typeface="IBM Plex Sans" charset="0"/>
                <a:cs typeface="IBM Plex Sans" charset="0"/>
              </a:rPr>
              <a:t>IBM Services</a:t>
            </a:r>
          </a:p>
        </p:txBody>
      </p:sp>
      <p:sp>
        <p:nvSpPr>
          <p:cNvPr id="17" name="Slide Number Placeholder 2"/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tx1"/>
                </a:solidFill>
                <a:latin typeface="+mn-lt"/>
                <a:ea typeface="IBM Plex Sans" charset="0"/>
                <a:cs typeface="IBM Plex Sans" charset="0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6B1B3188-DB43-F562-3679-CC40A6ED35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1375399"/>
            <a:ext cx="360000" cy="360000"/>
          </a:xfrm>
          <a:prstGeom prst="rect">
            <a:avLst/>
          </a:prstGeom>
          <a:solidFill>
            <a:srgbClr val="D2E9FB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CN" altLang="en-US" sz="1400" b="1" kern="0">
                <a:solidFill>
                  <a:srgbClr val="000000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44E4B490-4A06-796F-5B57-829E088A3E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913434"/>
            <a:ext cx="360000" cy="360000"/>
          </a:xfrm>
          <a:prstGeom prst="rect">
            <a:avLst/>
          </a:prstGeom>
          <a:solidFill>
            <a:srgbClr val="1170C0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CN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80350422-3F81-8FCD-6D2A-4434B1EA11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2299329"/>
            <a:ext cx="360000" cy="360000"/>
          </a:xfrm>
          <a:prstGeom prst="rect">
            <a:avLst/>
          </a:prstGeom>
          <a:solidFill>
            <a:srgbClr val="605F5D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FFFFFF"/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37216D93-4C24-2955-4FFE-02747C847F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2761294"/>
            <a:ext cx="360000" cy="360000"/>
          </a:xfrm>
          <a:prstGeom prst="rect">
            <a:avLst/>
          </a:prstGeom>
          <a:solidFill>
            <a:srgbClr val="C7C1C1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95E05E4C-32C9-6FD6-1750-F0B156D11C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3223259"/>
            <a:ext cx="360000" cy="360000"/>
          </a:xfrm>
          <a:prstGeom prst="rect">
            <a:avLst/>
          </a:prstGeom>
          <a:solidFill>
            <a:srgbClr val="E0DADA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7" name="Text Box 3">
            <a:extLst>
              <a:ext uri="{FF2B5EF4-FFF2-40B4-BE49-F238E27FC236}">
                <a16:creationId xmlns:a16="http://schemas.microsoft.com/office/drawing/2014/main" id="{5474EA92-0D03-C406-0C61-15ED442E85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-10496"/>
            <a:ext cx="360000" cy="360000"/>
          </a:xfrm>
          <a:prstGeom prst="rect">
            <a:avLst/>
          </a:prstGeom>
          <a:solidFill>
            <a:srgbClr val="003F74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CN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9128E480-687F-B842-37AD-7B9CAC52E8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3685224"/>
            <a:ext cx="360000" cy="360000"/>
          </a:xfrm>
          <a:prstGeom prst="rect">
            <a:avLst/>
          </a:prstGeom>
          <a:solidFill>
            <a:srgbClr val="9F0100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FFFFFF"/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9" name="Text Box 3">
            <a:extLst>
              <a:ext uri="{FF2B5EF4-FFF2-40B4-BE49-F238E27FC236}">
                <a16:creationId xmlns:a16="http://schemas.microsoft.com/office/drawing/2014/main" id="{3C965353-645C-00C9-CD21-D28DA9E2E03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4147187"/>
            <a:ext cx="360000" cy="360000"/>
          </a:xfrm>
          <a:prstGeom prst="rect">
            <a:avLst/>
          </a:prstGeom>
          <a:solidFill>
            <a:srgbClr val="EACCCC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000000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000000"/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2D09CB3C-822A-D4F3-4147-22ECEA1EF3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1837364"/>
            <a:ext cx="360000" cy="360000"/>
          </a:xfrm>
          <a:prstGeom prst="rect">
            <a:avLst/>
          </a:prstGeom>
          <a:solidFill>
            <a:srgbClr val="E6F0FE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B8F75793-9E01-EE02-C597-C73A9069D2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451469"/>
            <a:ext cx="360000" cy="360000"/>
          </a:xfrm>
          <a:prstGeom prst="rect">
            <a:avLst/>
          </a:prstGeom>
          <a:solidFill>
            <a:srgbClr val="BAC1CC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425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3" r:id="rId1"/>
    <p:sldLayoutId id="2147484884" r:id="rId2"/>
    <p:sldLayoutId id="2147484885" r:id="rId3"/>
    <p:sldLayoutId id="2147484886" r:id="rId4"/>
    <p:sldLayoutId id="2147484887" r:id="rId5"/>
    <p:sldLayoutId id="2147484888" r:id="rId6"/>
    <p:sldLayoutId id="2147484889" r:id="rId7"/>
    <p:sldLayoutId id="2147484890" r:id="rId8"/>
    <p:sldLayoutId id="2147484891" r:id="rId9"/>
    <p:sldLayoutId id="2147484892" r:id="rId10"/>
    <p:sldLayoutId id="2147484893" r:id="rId11"/>
    <p:sldLayoutId id="2147484894" r:id="rId12"/>
    <p:sldLayoutId id="2147484895" r:id="rId13"/>
    <p:sldLayoutId id="2147484896" r:id="rId14"/>
    <p:sldLayoutId id="2147484897" r:id="rId15"/>
    <p:sldLayoutId id="2147484898" r:id="rId16"/>
    <p:sldLayoutId id="2147484899" r:id="rId17"/>
    <p:sldLayoutId id="2147484900" r:id="rId18"/>
    <p:sldLayoutId id="2147484901" r:id="rId19"/>
    <p:sldLayoutId id="2147484902" r:id="rId20"/>
    <p:sldLayoutId id="2147484903" r:id="rId21"/>
    <p:sldLayoutId id="2147484904" r:id="rId22"/>
    <p:sldLayoutId id="2147484905" r:id="rId23"/>
    <p:sldLayoutId id="2147484906" r:id="rId24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IBM Plex Sans" charset="0"/>
          <a:cs typeface="IBM Plex Sans" charset="0"/>
        </a:defRPr>
      </a:lvl1pPr>
    </p:titleStyle>
    <p:bodyStyle>
      <a:lvl1pPr marL="0" indent="0" algn="l" defTabSz="1097280" rtl="0" eaLnBrk="1" latinLnBrk="0" hangingPunct="1">
        <a:lnSpc>
          <a:spcPct val="105000"/>
        </a:lnSpc>
        <a:spcBef>
          <a:spcPts val="600"/>
        </a:spcBef>
        <a:buFontTx/>
        <a:buNone/>
        <a:tabLst/>
        <a:defRPr sz="2000" b="0" i="0" kern="1200">
          <a:solidFill>
            <a:schemeClr val="tx1"/>
          </a:solidFill>
          <a:latin typeface="+mn-lt"/>
          <a:ea typeface="IBM Plex Sans" charset="0"/>
          <a:cs typeface="IBM Plex Sans" charset="0"/>
        </a:defRPr>
      </a:lvl1pPr>
      <a:lvl2pPr marL="228600" indent="-228600" algn="l" defTabSz="1097280" rtl="0" eaLnBrk="1" latinLnBrk="0" hangingPunct="1">
        <a:lnSpc>
          <a:spcPct val="105000"/>
        </a:lnSpc>
        <a:spcBef>
          <a:spcPts val="600"/>
        </a:spcBef>
        <a:buFont typeface="Wingdings" panose="05000000000000000000" pitchFamily="2" charset="2"/>
        <a:buChar char="§"/>
        <a:defRPr lang="en-US" sz="2000" b="0" i="0" kern="1200" dirty="0" smtClean="0">
          <a:solidFill>
            <a:schemeClr val="tx1"/>
          </a:solidFill>
          <a:latin typeface="+mn-lt"/>
          <a:ea typeface="IBM Plex Sans" charset="0"/>
          <a:cs typeface="IBM Plex Sans" charset="0"/>
        </a:defRPr>
      </a:lvl2pPr>
      <a:lvl3pPr marL="457200" indent="-228600" algn="l" defTabSz="1097280" rtl="0" eaLnBrk="1" latinLnBrk="0" hangingPunct="1">
        <a:lnSpc>
          <a:spcPct val="105000"/>
        </a:lnSpc>
        <a:spcBef>
          <a:spcPts val="600"/>
        </a:spcBef>
        <a:buSzPct val="80000"/>
        <a:buFont typeface="Arial" panose="020B0604020202020204" pitchFamily="34" charset="0"/>
        <a:buChar char="–"/>
        <a:defRPr lang="en-US" sz="2000" b="0" i="0" kern="1200" dirty="0" smtClean="0">
          <a:solidFill>
            <a:schemeClr val="tx1"/>
          </a:solidFill>
          <a:latin typeface="+mn-lt"/>
          <a:ea typeface="IBM Plex Sans" charset="0"/>
          <a:cs typeface="IBM Plex Sans" charset="0"/>
        </a:defRPr>
      </a:lvl3pPr>
      <a:lvl4pPr marL="685800" indent="-228600" algn="l" defTabSz="109728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latin typeface="+mn-lt"/>
          <a:ea typeface="IBM Plex Sans" charset="0"/>
          <a:cs typeface="IBM Plex Sans" charset="0"/>
        </a:defRPr>
      </a:lvl4pPr>
      <a:lvl5pPr marL="914400" indent="-228600" algn="l" defTabSz="1097280" rtl="0" eaLnBrk="1" latinLnBrk="0" hangingPunct="1">
        <a:lnSpc>
          <a:spcPct val="105000"/>
        </a:lnSpc>
        <a:spcBef>
          <a:spcPts val="600"/>
        </a:spcBef>
        <a:buSzPct val="80000"/>
        <a:buFont typeface="Arial" panose="020B0604020202020204" pitchFamily="34" charset="0"/>
        <a:buChar char="–"/>
        <a:defRPr lang="en-US" sz="2000" b="0" i="0" kern="1200" dirty="0">
          <a:solidFill>
            <a:schemeClr val="tx1"/>
          </a:solidFill>
          <a:latin typeface="+mn-lt"/>
          <a:ea typeface="IBM Plex Sans" charset="0"/>
          <a:cs typeface="IBM Plex Sans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物件 4" hidden="1">
            <a:extLst>
              <a:ext uri="{FF2B5EF4-FFF2-40B4-BE49-F238E27FC236}">
                <a16:creationId xmlns:a16="http://schemas.microsoft.com/office/drawing/2014/main" id="{51382617-D251-4AAE-B7FA-455EEDD994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017255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95" imgH="394" progId="TCLayout.ActiveDocument.1">
                  <p:embed/>
                </p:oleObj>
              </mc:Choice>
              <mc:Fallback>
                <p:oleObj name="think-cell Slide" r:id="rId25" imgW="395" imgH="394" progId="TCLayout.ActiveDocument.1">
                  <p:embed/>
                  <p:pic>
                    <p:nvPicPr>
                      <p:cNvPr id="5" name="物件 4" hidden="1">
                        <a:extLst>
                          <a:ext uri="{FF2B5EF4-FFF2-40B4-BE49-F238E27FC236}">
                            <a16:creationId xmlns:a16="http://schemas.microsoft.com/office/drawing/2014/main" id="{51382617-D251-4AAE-B7FA-455EEDD99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>
            <a:extLst>
              <a:ext uri="{FF2B5EF4-FFF2-40B4-BE49-F238E27FC236}">
                <a16:creationId xmlns:a16="http://schemas.microsoft.com/office/drawing/2014/main" id="{47A57E0B-9CB1-4CF2-AA30-FB3800B5F154}"/>
              </a:ext>
            </a:extLst>
          </p:cNvPr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US" altLang="zh-TW" sz="3600" b="0" i="0" baseline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6583680" cy="1143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6583680" cy="54864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lvl="2">
              <a:buSzPct val="80000"/>
              <a:buChar char="–"/>
            </a:pPr>
            <a:r>
              <a:rPr lang="en-US"/>
              <a:t>Third level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lvl="4">
              <a:buSzPct val="80000"/>
              <a:buChar char="–"/>
            </a:pPr>
            <a:r>
              <a:rPr lang="en-US"/>
              <a:t>Fifth level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8FF206B6-C0A1-A570-90D5-11327BBF565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1375399"/>
            <a:ext cx="360000" cy="360000"/>
          </a:xfrm>
          <a:prstGeom prst="rect">
            <a:avLst/>
          </a:prstGeom>
          <a:solidFill>
            <a:srgbClr val="D2E9FB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CN" altLang="en-US" sz="1400" b="1" kern="0">
                <a:solidFill>
                  <a:srgbClr val="000000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029DA59C-1513-82AD-A8FB-146AE078DC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913434"/>
            <a:ext cx="360000" cy="360000"/>
          </a:xfrm>
          <a:prstGeom prst="rect">
            <a:avLst/>
          </a:prstGeom>
          <a:solidFill>
            <a:srgbClr val="1170C0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CN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069BF184-DAD2-687B-B658-361DA03208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2299329"/>
            <a:ext cx="360000" cy="360000"/>
          </a:xfrm>
          <a:prstGeom prst="rect">
            <a:avLst/>
          </a:prstGeom>
          <a:solidFill>
            <a:srgbClr val="605F5D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FFFFFF"/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76501A9F-F1D4-5133-9F62-F4A22132B6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2761294"/>
            <a:ext cx="360000" cy="360000"/>
          </a:xfrm>
          <a:prstGeom prst="rect">
            <a:avLst/>
          </a:prstGeom>
          <a:solidFill>
            <a:srgbClr val="C7C1C1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C4247371-8918-20EE-B989-3C39FE55D2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3223259"/>
            <a:ext cx="360000" cy="360000"/>
          </a:xfrm>
          <a:prstGeom prst="rect">
            <a:avLst/>
          </a:prstGeom>
          <a:solidFill>
            <a:srgbClr val="E0DADA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8D319C07-441F-4D68-C69A-6B86475453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-10496"/>
            <a:ext cx="360000" cy="360000"/>
          </a:xfrm>
          <a:prstGeom prst="rect">
            <a:avLst/>
          </a:prstGeom>
          <a:solidFill>
            <a:srgbClr val="003F74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CN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8C47F64E-57C5-983C-8B5A-91C0C14552D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3685224"/>
            <a:ext cx="360000" cy="360000"/>
          </a:xfrm>
          <a:prstGeom prst="rect">
            <a:avLst/>
          </a:prstGeom>
          <a:solidFill>
            <a:srgbClr val="9F0100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FFFFFF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FFFFFF"/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A161F1E5-488A-7420-6502-1792A1AF8D3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4147187"/>
            <a:ext cx="360000" cy="360000"/>
          </a:xfrm>
          <a:prstGeom prst="rect">
            <a:avLst/>
          </a:prstGeom>
          <a:solidFill>
            <a:srgbClr val="EACCCC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000000"/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000000"/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BB3D5A65-3846-677D-4888-79BC4BD3C3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1837364"/>
            <a:ext cx="360000" cy="360000"/>
          </a:xfrm>
          <a:prstGeom prst="rect">
            <a:avLst/>
          </a:prstGeom>
          <a:solidFill>
            <a:srgbClr val="E6F0FE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DE0DB904-F5DE-52E0-2724-06AD69E0EE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534066" y="451469"/>
            <a:ext cx="360000" cy="360000"/>
          </a:xfrm>
          <a:prstGeom prst="rect">
            <a:avLst/>
          </a:prstGeom>
          <a:solidFill>
            <a:srgbClr val="BAC1CC"/>
          </a:solidFill>
          <a:ln>
            <a:noFill/>
          </a:ln>
          <a:effectLst/>
        </p:spPr>
        <p:txBody>
          <a:bodyPr vert="horz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 defTabSz="914364">
              <a:defRPr/>
            </a:pPr>
            <a:r>
              <a:rPr lang="zh-TW" altLang="en-US" sz="1400" b="1" kern="0">
                <a:solidFill>
                  <a:srgbClr val="565151">
                    <a:lumMod val="50000"/>
                  </a:srgbClr>
                </a:solidFill>
                <a:latin typeface="IBM Plex Sans Bold"/>
                <a:ea typeface="微軟正黑體" panose="020B0604030504040204" pitchFamily="34" charset="-120"/>
              </a:rPr>
              <a:t>字</a:t>
            </a:r>
            <a:endParaRPr lang="zh-CN" altLang="en-US" sz="1400" b="1" kern="0">
              <a:solidFill>
                <a:srgbClr val="565151">
                  <a:lumMod val="50000"/>
                </a:srgbClr>
              </a:solidFill>
              <a:latin typeface="IBM Plex Sans Bold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913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9" r:id="rId1"/>
    <p:sldLayoutId id="2147484910" r:id="rId2"/>
    <p:sldLayoutId id="2147484911" r:id="rId3"/>
    <p:sldLayoutId id="2147484912" r:id="rId4"/>
    <p:sldLayoutId id="2147484913" r:id="rId5"/>
    <p:sldLayoutId id="2147484914" r:id="rId6"/>
    <p:sldLayoutId id="2147484915" r:id="rId7"/>
    <p:sldLayoutId id="2147484916" r:id="rId8"/>
    <p:sldLayoutId id="2147484917" r:id="rId9"/>
    <p:sldLayoutId id="2147484918" r:id="rId10"/>
    <p:sldLayoutId id="2147484919" r:id="rId11"/>
    <p:sldLayoutId id="2147484920" r:id="rId12"/>
    <p:sldLayoutId id="2147484921" r:id="rId13"/>
    <p:sldLayoutId id="2147484922" r:id="rId14"/>
    <p:sldLayoutId id="2147484923" r:id="rId15"/>
    <p:sldLayoutId id="2147484924" r:id="rId16"/>
    <p:sldLayoutId id="2147484925" r:id="rId17"/>
    <p:sldLayoutId id="2147484926" r:id="rId18"/>
    <p:sldLayoutId id="2147484927" r:id="rId19"/>
    <p:sldLayoutId id="2147484928" r:id="rId20"/>
    <p:sldLayoutId id="2147484929" r:id="rId2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IBM Plex Sans" panose="020B0503050000000000" pitchFamily="34" charset="0"/>
          <a:cs typeface="Arial" charset="0"/>
        </a:defRPr>
      </a:lvl1pPr>
    </p:titleStyle>
    <p:bodyStyle>
      <a:lvl1pPr marL="0" indent="0" algn="l" defTabSz="1097280" rtl="0" eaLnBrk="1" latinLnBrk="0" hangingPunct="1">
        <a:lnSpc>
          <a:spcPct val="105000"/>
        </a:lnSpc>
        <a:spcBef>
          <a:spcPts val="600"/>
        </a:spcBef>
        <a:buFontTx/>
        <a:buNone/>
        <a:tabLst/>
        <a:defRPr lang="en-US" sz="2000" b="0" i="0" kern="1200" dirty="0" smtClean="0">
          <a:solidFill>
            <a:schemeClr val="bg2"/>
          </a:solidFill>
          <a:latin typeface="+mn-lt"/>
          <a:ea typeface="IBM Plex Sans" charset="0"/>
          <a:cs typeface="Arial" charset="0"/>
        </a:defRPr>
      </a:lvl1pPr>
      <a:lvl2pPr marL="228600" indent="-228600" algn="l" defTabSz="1097280" rtl="0" eaLnBrk="1" latinLnBrk="0" hangingPunct="1">
        <a:lnSpc>
          <a:spcPct val="105000"/>
        </a:lnSpc>
        <a:spcBef>
          <a:spcPts val="600"/>
        </a:spcBef>
        <a:buFont typeface="LucidaGrande" charset="0"/>
        <a:buChar char="-"/>
        <a:defRPr lang="en-US" sz="2000" b="0" i="0" kern="1200" dirty="0" smtClean="0">
          <a:solidFill>
            <a:schemeClr val="bg2"/>
          </a:solidFill>
          <a:latin typeface="+mn-lt"/>
          <a:ea typeface="IBM Plex Sans" charset="0"/>
          <a:cs typeface="Arial" charset="0"/>
        </a:defRPr>
      </a:lvl2pPr>
      <a:lvl3pPr marL="457200" indent="-228600" algn="l" defTabSz="109728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bg2"/>
          </a:solidFill>
          <a:latin typeface="+mn-lt"/>
          <a:ea typeface="IBM Plex Sans" charset="0"/>
          <a:cs typeface="Arial" charset="0"/>
        </a:defRPr>
      </a:lvl3pPr>
      <a:lvl4pPr marL="685800" indent="-228600" algn="l" defTabSz="1097280" rtl="0" eaLnBrk="1" latinLnBrk="0" hangingPunct="1">
        <a:lnSpc>
          <a:spcPct val="105000"/>
        </a:lnSpc>
        <a:spcBef>
          <a:spcPts val="600"/>
        </a:spcBef>
        <a:buFont typeface=".AppleSystemUIFont" charset="-120"/>
        <a:buChar char="–"/>
        <a:defRPr lang="en-US" sz="2000" b="0" i="0" kern="1200" dirty="0" smtClean="0">
          <a:solidFill>
            <a:schemeClr val="bg2"/>
          </a:solidFill>
          <a:latin typeface="+mn-lt"/>
          <a:ea typeface="+mn-ea"/>
          <a:cs typeface="+mn-cs"/>
        </a:defRPr>
      </a:lvl4pPr>
      <a:lvl5pPr marL="914400" indent="-228600" algn="l" defTabSz="109728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lang="en-US" sz="2000" b="0" i="0" kern="1200" dirty="0">
          <a:solidFill>
            <a:schemeClr val="bg2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457200" y="457200"/>
            <a:ext cx="6629395" cy="716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7772400" y="457200"/>
            <a:ext cx="6400797" cy="71627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5947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019" r:id="rId1"/>
    <p:sldLayoutId id="2147485020" r:id="rId2"/>
    <p:sldLayoutId id="2147485021" r:id="rId3"/>
    <p:sldLayoutId id="2147485022" r:id="rId4"/>
    <p:sldLayoutId id="2147485038" r:id="rId5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5pPr>
      <a:lvl6pPr marL="5801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6pPr>
      <a:lvl7pPr marL="116022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7pPr>
      <a:lvl8pPr marL="174033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8pPr>
      <a:lvl9pPr marL="232044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52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76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182880" indent="-182880" algn="l" rtl="0" eaLnBrk="1" fontAlgn="base" hangingPunct="1">
        <a:lnSpc>
          <a:spcPct val="110000"/>
        </a:lnSpc>
        <a:spcBef>
          <a:spcPts val="12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365760" indent="-182880" algn="l" rtl="0" eaLnBrk="1" fontAlgn="base" hangingPunct="1">
        <a:lnSpc>
          <a:spcPct val="110000"/>
        </a:lnSpc>
        <a:spcBef>
          <a:spcPts val="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548640" indent="-182880" algn="l" rtl="0" eaLnBrk="1" fontAlgn="base" hangingPunct="1">
        <a:lnSpc>
          <a:spcPct val="110000"/>
        </a:lnSpc>
        <a:spcBef>
          <a:spcPts val="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00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731520" indent="-182880" algn="l" rtl="0" eaLnBrk="1" fontAlgn="base" hangingPunct="1">
        <a:lnSpc>
          <a:spcPct val="110000"/>
        </a:lnSpc>
        <a:spcBef>
          <a:spcPts val="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533954" indent="-20747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2030">
          <a:solidFill>
            <a:schemeClr val="bg1"/>
          </a:solidFill>
          <a:latin typeface="IBM Plex Sans Light" charset="0"/>
        </a:defRPr>
      </a:lvl6pPr>
      <a:lvl7pPr marL="3114066" indent="-20747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2030">
          <a:solidFill>
            <a:schemeClr val="bg1"/>
          </a:solidFill>
          <a:latin typeface="IBM Plex Sans Light" charset="0"/>
        </a:defRPr>
      </a:lvl7pPr>
      <a:lvl8pPr marL="3694176" indent="-20747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2030">
          <a:solidFill>
            <a:schemeClr val="bg1"/>
          </a:solidFill>
          <a:latin typeface="IBM Plex Sans Light" charset="0"/>
        </a:defRPr>
      </a:lvl8pPr>
      <a:lvl9pPr marL="4274288" indent="-20747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2030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1pPr>
      <a:lvl2pPr marL="580109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2pPr>
      <a:lvl3pPr marL="1160222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3pPr>
      <a:lvl4pPr marL="1740331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4pPr>
      <a:lvl5pPr marL="2320442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5pPr>
      <a:lvl6pPr marL="2900554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6pPr>
      <a:lvl7pPr marL="3480662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7pPr>
      <a:lvl8pPr marL="4060773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8pPr>
      <a:lvl9pPr marL="4640883" algn="l" defTabSz="1160222" rtl="0" eaLnBrk="1" latinLnBrk="0" hangingPunct="1">
        <a:defRPr sz="22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pos="288">
          <p15:clr>
            <a:srgbClr val="F26B43"/>
          </p15:clr>
        </p15:guide>
        <p15:guide id="3" pos="8928">
          <p15:clr>
            <a:srgbClr val="F26B43"/>
          </p15:clr>
        </p15:guide>
        <p15:guide id="4" orient="horz" pos="4800">
          <p15:clr>
            <a:srgbClr val="F26B43"/>
          </p15:clr>
        </p15:guide>
        <p15:guide id="5" orient="horz" pos="5088">
          <p15:clr>
            <a:srgbClr val="F26B43"/>
          </p15:clr>
        </p15:guide>
        <p15:guide id="6" pos="4608">
          <p15:clr>
            <a:srgbClr val="547EBF"/>
          </p15:clr>
        </p15:guide>
        <p15:guide id="7" pos="4464">
          <p15:clr>
            <a:srgbClr val="F26B43"/>
          </p15:clr>
        </p15:guide>
        <p15:guide id="8" pos="2304">
          <p15:clr>
            <a:srgbClr val="547EBF"/>
          </p15:clr>
        </p15:guide>
        <p15:guide id="9" pos="4752">
          <p15:clr>
            <a:srgbClr val="F26B43"/>
          </p15:clr>
        </p15:guide>
        <p15:guide id="10" pos="2160">
          <p15:clr>
            <a:srgbClr val="F26B43"/>
          </p15:clr>
        </p15:guide>
        <p15:guide id="11" pos="2448">
          <p15:clr>
            <a:srgbClr val="F26B43"/>
          </p15:clr>
        </p15:guide>
        <p15:guide id="12" pos="6912">
          <p15:clr>
            <a:srgbClr val="547EBF"/>
          </p15:clr>
        </p15:guide>
        <p15:guide id="13" pos="6768">
          <p15:clr>
            <a:srgbClr val="F26B43"/>
          </p15:clr>
        </p15:guide>
        <p15:guide id="14" pos="7056">
          <p15:clr>
            <a:srgbClr val="F26B43"/>
          </p15:clr>
        </p15:guide>
        <p15:guide id="17" orient="horz" pos="1296">
          <p15:clr>
            <a:srgbClr val="547EBF"/>
          </p15:clr>
        </p15:guide>
        <p15:guide id="18" orient="horz" pos="2592">
          <p15:clr>
            <a:srgbClr val="547EBF"/>
          </p15:clr>
        </p15:guide>
        <p15:guide id="21" orient="horz" pos="3888">
          <p15:clr>
            <a:srgbClr val="547EBF"/>
          </p15:clr>
        </p15:guide>
        <p15:guide id="22" pos="4896">
          <p15:clr>
            <a:srgbClr val="FDE53C"/>
          </p15:clr>
        </p15:guide>
        <p15:guide id="23" pos="4320">
          <p15:clr>
            <a:srgbClr val="FDE53C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29566"/>
            <a:ext cx="987552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920240"/>
            <a:ext cx="987552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7627621"/>
            <a:ext cx="2560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0" y="7627621"/>
            <a:ext cx="3474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7627621"/>
            <a:ext cx="2560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5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6" r:id="rId1"/>
    <p:sldLayoutId id="2147485027" r:id="rId2"/>
    <p:sldLayoutId id="2147485028" r:id="rId3"/>
    <p:sldLayoutId id="2147485029" r:id="rId4"/>
    <p:sldLayoutId id="2147485030" r:id="rId5"/>
    <p:sldLayoutId id="2147485031" r:id="rId6"/>
    <p:sldLayoutId id="2147485032" r:id="rId7"/>
    <p:sldLayoutId id="2147485033" r:id="rId8"/>
    <p:sldLayoutId id="2147485034" r:id="rId9"/>
    <p:sldLayoutId id="2147485035" r:id="rId10"/>
    <p:sldLayoutId id="2147485036" r:id="rId11"/>
    <p:sldLayoutId id="2147485037" r:id="rId12"/>
  </p:sldLayoutIdLst>
  <p:txStyles>
    <p:titleStyle>
      <a:lvl1pPr algn="ctr" defTabSz="548640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548640" rtl="0" eaLnBrk="1" latinLnBrk="0" hangingPunct="1">
        <a:spcBef>
          <a:spcPct val="20000"/>
        </a:spcBef>
        <a:buFont typeface="Arial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buFont typeface="Arial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E2E4C66-835A-3711-25E0-9B209CA6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5CAAF7-03E1-A10A-3ADD-C6DAF40D6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D5F6B2-BB82-B1A9-67C5-ACDDE5C0A0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37C77-54C7-4616-8140-711561B38F14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B7B609-1FAA-E8F4-70CA-A8BBB1CAA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3FC5F5-503F-B808-CEB0-F4EBC25E8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53EE7-38A3-492B-9AFD-CFD1E6AD7A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728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0" r:id="rId1"/>
    <p:sldLayoutId id="2147485041" r:id="rId2"/>
    <p:sldLayoutId id="2147485042" r:id="rId3"/>
    <p:sldLayoutId id="2147485043" r:id="rId4"/>
    <p:sldLayoutId id="2147485044" r:id="rId5"/>
    <p:sldLayoutId id="2147485045" r:id="rId6"/>
    <p:sldLayoutId id="2147485046" r:id="rId7"/>
    <p:sldLayoutId id="2147485047" r:id="rId8"/>
    <p:sldLayoutId id="2147485048" r:id="rId9"/>
    <p:sldLayoutId id="2147485049" r:id="rId10"/>
    <p:sldLayoutId id="2147485050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0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BM_Inspired_Radius_03_crop01_1920x1080.jpg">
            <a:extLst>
              <a:ext uri="{FF2B5EF4-FFF2-40B4-BE49-F238E27FC236}">
                <a16:creationId xmlns:a16="http://schemas.microsoft.com/office/drawing/2014/main" id="{3AD3737C-84C7-56F9-BB7E-233BE02AFA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4630400" cy="7200900"/>
          </a:xfrm>
          <a:ln w="12700">
            <a:miter lim="400000"/>
          </a:ln>
        </p:spPr>
      </p:pic>
      <p:cxnSp>
        <p:nvCxnSpPr>
          <p:cNvPr id="7" name="Straight Connector 6" hidden="1">
            <a:extLst>
              <a:ext uri="{FF2B5EF4-FFF2-40B4-BE49-F238E27FC236}">
                <a16:creationId xmlns:a16="http://schemas.microsoft.com/office/drawing/2014/main" id="{ED058413-FDCD-29AD-1246-0E017455E9F6}"/>
              </a:ext>
            </a:extLst>
          </p:cNvPr>
          <p:cNvCxnSpPr>
            <a:cxnSpLocks/>
          </p:cNvCxnSpPr>
          <p:nvPr/>
        </p:nvCxnSpPr>
        <p:spPr bwMode="auto">
          <a:xfrm>
            <a:off x="13148825" y="7519023"/>
            <a:ext cx="0" cy="36147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AC1C260F-3EC5-F39F-B5F9-8593FBD52070}"/>
              </a:ext>
            </a:extLst>
          </p:cNvPr>
          <p:cNvSpPr/>
          <p:nvPr/>
        </p:nvSpPr>
        <p:spPr bwMode="auto">
          <a:xfrm>
            <a:off x="11458038" y="7519023"/>
            <a:ext cx="1470469" cy="361474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54857" tIns="54857" rIns="54857" bIns="5485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548563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{{FitToShape}}&lt;&lt;ClientLogo&gt;&gt;{{FitToShape}}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4D5C06F-8FF4-D974-AF60-E976CC319062}"/>
              </a:ext>
            </a:extLst>
          </p:cNvPr>
          <p:cNvSpPr txBox="1">
            <a:spLocks/>
          </p:cNvSpPr>
          <p:nvPr/>
        </p:nvSpPr>
        <p:spPr>
          <a:xfrm>
            <a:off x="594360" y="2011680"/>
            <a:ext cx="7049656" cy="144459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5pPr>
            <a:lvl6pPr marL="58010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6pPr>
            <a:lvl7pPr marL="116022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7pPr>
            <a:lvl8pPr marL="174033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8pPr>
            <a:lvl9pPr marL="232044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9pPr>
          </a:lstStyle>
          <a:p>
            <a:pPr marL="0" marR="0" lvl="0" indent="0" algn="l" defTabSz="91429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和碩聯合科技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SuccessFactors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導入專案</a:t>
            </a:r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29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400" b="1" u="sng" dirty="0">
                <a:solidFill>
                  <a:prstClr val="black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BTP</a:t>
            </a:r>
            <a:r>
              <a:rPr lang="zh-TW" altLang="en-US" sz="4400" b="1" u="sng" dirty="0">
                <a:solidFill>
                  <a:prstClr val="black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4400" b="1" u="sng" dirty="0">
                <a:solidFill>
                  <a:prstClr val="black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Overview</a:t>
            </a:r>
            <a:endParaRPr kumimoji="0" lang="en-US" altLang="zh-TW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328" rtl="0" eaLnBrk="1" fontAlgn="base" latinLnBrk="0" hangingPunct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328" rtl="0" eaLnBrk="1" fontAlgn="base" latinLnBrk="0" hangingPunct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328" rtl="0" eaLnBrk="1" fontAlgn="base" latinLnBrk="0" hangingPunct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C1CB3C-AFA2-CD40-48A5-1F2AC0637FF3}"/>
              </a:ext>
            </a:extLst>
          </p:cNvPr>
          <p:cNvSpPr txBox="1"/>
          <p:nvPr/>
        </p:nvSpPr>
        <p:spPr>
          <a:xfrm>
            <a:off x="394150" y="7327168"/>
            <a:ext cx="8355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IBM Consulting, HR &amp; Talent Transformation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58891-9E0D-FA2E-4896-10D84D7B8DFD}"/>
              </a:ext>
            </a:extLst>
          </p:cNvPr>
          <p:cNvSpPr txBox="1"/>
          <p:nvPr/>
        </p:nvSpPr>
        <p:spPr>
          <a:xfrm>
            <a:off x="394150" y="7327168"/>
            <a:ext cx="2948347" cy="75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4" rtl="0" eaLnBrk="1" fontAlgn="base" latinLnBrk="0" hangingPunct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2026.0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5.18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642B18-E2D9-958E-8CAE-9B53B9ED259D}"/>
              </a:ext>
            </a:extLst>
          </p:cNvPr>
          <p:cNvGrpSpPr/>
          <p:nvPr/>
        </p:nvGrpSpPr>
        <p:grpSpPr>
          <a:xfrm>
            <a:off x="9847555" y="7383434"/>
            <a:ext cx="3333510" cy="679898"/>
            <a:chOff x="6273668" y="5125771"/>
            <a:chExt cx="3422884" cy="749410"/>
          </a:xfrm>
        </p:grpSpPr>
        <p:pic>
          <p:nvPicPr>
            <p:cNvPr id="4" name="Picture 2" descr="和碩集團_和碩聯合科技股份有限公司- 國立政治大學商學院學生事務與校友服務辦公室OSAAS">
              <a:extLst>
                <a:ext uri="{FF2B5EF4-FFF2-40B4-BE49-F238E27FC236}">
                  <a16:creationId xmlns:a16="http://schemas.microsoft.com/office/drawing/2014/main" id="{2EAE719C-D0F9-2791-A885-D686F7AE5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3668" y="5170033"/>
              <a:ext cx="2004109" cy="7051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SAP Taiwan | Taipei">
              <a:extLst>
                <a:ext uri="{FF2B5EF4-FFF2-40B4-BE49-F238E27FC236}">
                  <a16:creationId xmlns:a16="http://schemas.microsoft.com/office/drawing/2014/main" id="{2BBEF482-C18A-4C7A-BF97-4C4E3BD6C7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26" b="18033"/>
            <a:stretch>
              <a:fillRect/>
            </a:stretch>
          </p:blipFill>
          <p:spPr bwMode="auto">
            <a:xfrm>
              <a:off x="8517811" y="5125771"/>
              <a:ext cx="1178741" cy="734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9067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980282-08EE-11F9-EB2B-2924C90B00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480" y="1005840"/>
            <a:ext cx="2971796" cy="274319"/>
          </a:xfrm>
        </p:spPr>
        <p:txBody>
          <a:bodyPr/>
          <a:lstStyle/>
          <a:p>
            <a:r>
              <a:rPr lang="en-TW" sz="4400" b="1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717F87E-55BD-271C-A35B-C96B48FD9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74146"/>
              </p:ext>
            </p:extLst>
          </p:nvPr>
        </p:nvGraphicFramePr>
        <p:xfrm>
          <a:off x="4239289" y="2521760"/>
          <a:ext cx="10166521" cy="352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700">
                  <a:extLst>
                    <a:ext uri="{9D8B030D-6E8A-4147-A177-3AD203B41FA5}">
                      <a16:colId xmlns:a16="http://schemas.microsoft.com/office/drawing/2014/main" val="4092629713"/>
                    </a:ext>
                  </a:extLst>
                </a:gridCol>
                <a:gridCol w="7195991">
                  <a:extLst>
                    <a:ext uri="{9D8B030D-6E8A-4147-A177-3AD203B41FA5}">
                      <a16:colId xmlns:a16="http://schemas.microsoft.com/office/drawing/2014/main" val="3376192983"/>
                    </a:ext>
                  </a:extLst>
                </a:gridCol>
                <a:gridCol w="1683830">
                  <a:extLst>
                    <a:ext uri="{9D8B030D-6E8A-4147-A177-3AD203B41FA5}">
                      <a16:colId xmlns:a16="http://schemas.microsoft.com/office/drawing/2014/main" val="560321975"/>
                    </a:ext>
                  </a:extLst>
                </a:gridCol>
              </a:tblGrid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3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SAP BTP Strategy: Overview</a:t>
                      </a:r>
                      <a:endParaRPr kumimoji="0" lang="zh-TW" altLang="en-US" sz="3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8947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3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SAP BTP: Architecture and Services</a:t>
                      </a:r>
                      <a:endParaRPr kumimoji="0" lang="zh-TW" altLang="en-US" sz="3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25912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3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SAP BTP: Integration</a:t>
                      </a:r>
                      <a:endParaRPr kumimoji="0" lang="zh-TW" altLang="en-US" sz="3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950619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3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X</a:t>
                      </a:r>
                      <a:endParaRPr kumimoji="0" lang="zh-TW" altLang="en-US" sz="3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75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95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256C-E26F-6B36-B4C7-7A1B28CE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2FBC47-A554-76A6-94C1-974E727969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480" y="1005840"/>
            <a:ext cx="2971796" cy="274319"/>
          </a:xfrm>
        </p:spPr>
        <p:txBody>
          <a:bodyPr/>
          <a:lstStyle/>
          <a:p>
            <a:r>
              <a:rPr lang="en-TW" sz="4400" b="1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4FBCC6A-D644-5116-D9BC-8AAD66C9F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43472"/>
              </p:ext>
            </p:extLst>
          </p:nvPr>
        </p:nvGraphicFramePr>
        <p:xfrm>
          <a:off x="4239290" y="2521760"/>
          <a:ext cx="9753600" cy="352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4092629713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3376192983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560321975"/>
                    </a:ext>
                  </a:extLst>
                </a:gridCol>
              </a:tblGrid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專案目標、範圍、時程與</a:t>
                      </a:r>
                      <a:r>
                        <a:rPr lang="zh-TW" altLang="en-US" sz="3200" b="1" ker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工作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計劃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8947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專案組織、角色權責與溝通管道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25912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未來</a:t>
                      </a:r>
                      <a:r>
                        <a:rPr kumimoji="0" lang="en-US" altLang="zh-TW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2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個月工作重點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950619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專案成功關鍵要素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75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54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89CB-AED9-BB5C-861D-5EEF6C3D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66E8F221-084E-E1FB-3220-6EB83EB2C71C}"/>
              </a:ext>
            </a:extLst>
          </p:cNvPr>
          <p:cNvSpPr/>
          <p:nvPr/>
        </p:nvSpPr>
        <p:spPr>
          <a:xfrm>
            <a:off x="0" y="239762"/>
            <a:ext cx="12304295" cy="46609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9" name="標題 3">
            <a:extLst>
              <a:ext uri="{FF2B5EF4-FFF2-40B4-BE49-F238E27FC236}">
                <a16:creationId xmlns:a16="http://schemas.microsoft.com/office/drawing/2014/main" id="{6952A476-187F-0A39-83C8-80702B0FD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7" y="134353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SAP Business Suite (Modular Cloud Suite) - </a:t>
            </a:r>
            <a:r>
              <a:rPr lang="en-US" altLang="zh-TW" b="1" dirty="0"/>
              <a:t>BTP</a:t>
            </a:r>
            <a:endParaRPr lang="zh-TW" altLang="en-US" b="1" dirty="0">
              <a:ea typeface="+mj-ea"/>
            </a:endParaRPr>
          </a:p>
        </p:txBody>
      </p:sp>
      <p:pic>
        <p:nvPicPr>
          <p:cNvPr id="8" name="圖形 7" descr="握手 以實心填滿">
            <a:extLst>
              <a:ext uri="{FF2B5EF4-FFF2-40B4-BE49-F238E27FC236}">
                <a16:creationId xmlns:a16="http://schemas.microsoft.com/office/drawing/2014/main" id="{5C6D0A61-4B8B-83C9-07FC-3F2BA92837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4858" y="1439170"/>
            <a:ext cx="354598" cy="35459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F01E26E-E6B4-96D3-831C-092F427CD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1253689"/>
            <a:ext cx="8258960" cy="697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6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6ED8C-799C-DA59-B060-D2BAA32A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B2CF9C0-ACF1-321B-C867-C306656DA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4287"/>
            <a:ext cx="9448800" cy="8201025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DE4EAC7A-6CB7-71CD-B609-10352D7E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</a:t>
            </a:r>
            <a:endParaRPr lang="zh-TW" altLang="en-US" b="1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584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6DE8-53E3-39AA-67DE-C0A3331A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40B8B54-3838-2AF8-D49C-F77614CF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</a:t>
            </a:r>
            <a:endParaRPr lang="zh-TW" altLang="en-US" b="1" dirty="0">
              <a:ea typeface="+mj-ea"/>
            </a:endParaRP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86880F70-6CC1-AC8C-5ED2-0E2830AB1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992" y="1480770"/>
            <a:ext cx="10196416" cy="606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2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2A548-461C-D89B-F184-B4A5CC3F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5A998E3-435E-7063-F213-2E6D18EC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</a:t>
            </a:r>
            <a:endParaRPr lang="zh-TW" altLang="en-US" b="1" dirty="0">
              <a:ea typeface="+mj-ea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9C76B45-A980-3EBA-BB64-328EDE5B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312" y="1379982"/>
            <a:ext cx="10399776" cy="58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12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圖片 51">
            <a:extLst>
              <a:ext uri="{FF2B5EF4-FFF2-40B4-BE49-F238E27FC236}">
                <a16:creationId xmlns:a16="http://schemas.microsoft.com/office/drawing/2014/main" id="{E5212AFC-8AA8-13D8-D2C0-2A4E39F2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762"/>
            <a:ext cx="14483103" cy="7750076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5B395127-C67A-F8E5-E116-6DA0C51C5D8F}"/>
              </a:ext>
            </a:extLst>
          </p:cNvPr>
          <p:cNvSpPr/>
          <p:nvPr/>
        </p:nvSpPr>
        <p:spPr>
          <a:xfrm>
            <a:off x="0" y="239762"/>
            <a:ext cx="12304295" cy="46609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9" name="標題 3">
            <a:extLst>
              <a:ext uri="{FF2B5EF4-FFF2-40B4-BE49-F238E27FC236}">
                <a16:creationId xmlns:a16="http://schemas.microsoft.com/office/drawing/2014/main" id="{44029C3D-A5A4-849D-273D-7B2785DD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7" y="134353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 - Integration</a:t>
            </a:r>
            <a:endParaRPr lang="zh-TW" altLang="en-US" b="1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5581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4E63-2D81-5C71-A5EC-693C545F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39738-02EF-6876-EC30-2B7D4F9FB3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480" y="1005840"/>
            <a:ext cx="2971796" cy="274319"/>
          </a:xfrm>
        </p:spPr>
        <p:txBody>
          <a:bodyPr/>
          <a:lstStyle/>
          <a:p>
            <a:r>
              <a:rPr lang="en-TW" sz="4400" b="1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908C85E-6A2E-7422-FD79-E6A57F93E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919757"/>
              </p:ext>
            </p:extLst>
          </p:nvPr>
        </p:nvGraphicFramePr>
        <p:xfrm>
          <a:off x="4239290" y="2521760"/>
          <a:ext cx="9753600" cy="352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4092629713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3376192983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560321975"/>
                    </a:ext>
                  </a:extLst>
                </a:gridCol>
              </a:tblGrid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專案目標、範圍、時程與</a:t>
                      </a:r>
                      <a:r>
                        <a:rPr lang="zh-TW" altLang="en-US" sz="3200" b="1" ker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工作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計劃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8947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專案組織、角色權責與溝通管道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25912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未來</a:t>
                      </a:r>
                      <a:r>
                        <a:rPr kumimoji="0" lang="en-US" altLang="zh-TW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2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個月工作重點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950619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專案成功關鍵要素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75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50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02257-052B-DAE5-DE1C-114B2E85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0A695E50-F2AF-0B99-B78D-7631711772E6}"/>
              </a:ext>
            </a:extLst>
          </p:cNvPr>
          <p:cNvSpPr/>
          <p:nvPr/>
        </p:nvSpPr>
        <p:spPr>
          <a:xfrm>
            <a:off x="0" y="239762"/>
            <a:ext cx="12304295" cy="46609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9" name="標題 3">
            <a:extLst>
              <a:ext uri="{FF2B5EF4-FFF2-40B4-BE49-F238E27FC236}">
                <a16:creationId xmlns:a16="http://schemas.microsoft.com/office/drawing/2014/main" id="{889A1F40-8FF9-38B5-6EE8-FB1700DC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7" y="134353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 - Subaccount</a:t>
            </a:r>
            <a:endParaRPr lang="zh-TW" altLang="en-US" b="1" dirty="0">
              <a:ea typeface="+mj-ea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1B2C9A-F8A4-2EF9-F79E-5F1940568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61" y="1341116"/>
            <a:ext cx="12034878" cy="5547367"/>
          </a:xfrm>
          <a:prstGeom prst="rect">
            <a:avLst/>
          </a:prstGeom>
        </p:spPr>
      </p:pic>
      <p:pic>
        <p:nvPicPr>
          <p:cNvPr id="8" name="圖形 7" descr="握手 以實心填滿">
            <a:extLst>
              <a:ext uri="{FF2B5EF4-FFF2-40B4-BE49-F238E27FC236}">
                <a16:creationId xmlns:a16="http://schemas.microsoft.com/office/drawing/2014/main" id="{EBF42316-FDAC-6E88-D781-171710DBF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4858" y="1439170"/>
            <a:ext cx="354598" cy="354598"/>
          </a:xfrm>
          <a:prstGeom prst="rect">
            <a:avLst/>
          </a:prstGeom>
        </p:spPr>
      </p:pic>
      <p:pic>
        <p:nvPicPr>
          <p:cNvPr id="9" name="圖形 8" descr="地球: 亞洲與澳洲 以實心填滿">
            <a:extLst>
              <a:ext uri="{FF2B5EF4-FFF2-40B4-BE49-F238E27FC236}">
                <a16:creationId xmlns:a16="http://schemas.microsoft.com/office/drawing/2014/main" id="{8757E389-3812-9E56-D0D0-E82D60E525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740" y="2111475"/>
            <a:ext cx="354598" cy="354598"/>
          </a:xfrm>
          <a:prstGeom prst="rect">
            <a:avLst/>
          </a:prstGeom>
        </p:spPr>
      </p:pic>
      <p:pic>
        <p:nvPicPr>
          <p:cNvPr id="10" name="圖形 9" descr="文件盒 (歸檔) 以實心填滿">
            <a:extLst>
              <a:ext uri="{FF2B5EF4-FFF2-40B4-BE49-F238E27FC236}">
                <a16:creationId xmlns:a16="http://schemas.microsoft.com/office/drawing/2014/main" id="{4C771FD1-AA2F-DE04-91E3-F4BBDB895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4379" y="2830009"/>
            <a:ext cx="391320" cy="391320"/>
          </a:xfrm>
          <a:prstGeom prst="rect">
            <a:avLst/>
          </a:prstGeom>
        </p:spPr>
      </p:pic>
      <p:pic>
        <p:nvPicPr>
          <p:cNvPr id="11" name="圖形 10" descr="貨車 以實心填滿">
            <a:extLst>
              <a:ext uri="{FF2B5EF4-FFF2-40B4-BE49-F238E27FC236}">
                <a16:creationId xmlns:a16="http://schemas.microsoft.com/office/drawing/2014/main" id="{5356ACA9-2510-5F65-1F29-8D2AF9B7CB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9617" y="6505350"/>
            <a:ext cx="285080" cy="28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03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2A73-9F57-240C-8645-DBF8C5C0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1CFC38FF-7C59-25E4-41AF-6AAAFAADDF0E}"/>
              </a:ext>
            </a:extLst>
          </p:cNvPr>
          <p:cNvSpPr/>
          <p:nvPr/>
        </p:nvSpPr>
        <p:spPr>
          <a:xfrm>
            <a:off x="0" y="239762"/>
            <a:ext cx="12304295" cy="46609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9" name="標題 3">
            <a:extLst>
              <a:ext uri="{FF2B5EF4-FFF2-40B4-BE49-F238E27FC236}">
                <a16:creationId xmlns:a16="http://schemas.microsoft.com/office/drawing/2014/main" id="{0C93902C-BDA2-26CD-E548-728BB999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7" y="134353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 - Subaccount</a:t>
            </a:r>
            <a:endParaRPr lang="zh-TW" altLang="en-US" b="1" dirty="0">
              <a:ea typeface="+mj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13FCC6-E64A-6BB4-B177-19BAFFE3A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541" y="2334578"/>
            <a:ext cx="8893318" cy="429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563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3AF1-5D23-B32C-E267-FEB808FF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9AA81B5E-0865-3CFD-69DC-98FB7666BF63}"/>
              </a:ext>
            </a:extLst>
          </p:cNvPr>
          <p:cNvSpPr/>
          <p:nvPr/>
        </p:nvSpPr>
        <p:spPr>
          <a:xfrm>
            <a:off x="0" y="239762"/>
            <a:ext cx="12304295" cy="46609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9" name="標題 3">
            <a:extLst>
              <a:ext uri="{FF2B5EF4-FFF2-40B4-BE49-F238E27FC236}">
                <a16:creationId xmlns:a16="http://schemas.microsoft.com/office/drawing/2014/main" id="{C14EDC58-3EDF-89F1-BCDA-164E59C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7" y="134353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 - Subaccount</a:t>
            </a:r>
            <a:endParaRPr lang="zh-TW" altLang="en-US" b="1" dirty="0">
              <a:ea typeface="+mj-ea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5A558D5-A4D7-80D5-B477-21FDFE7B1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585" y="682284"/>
            <a:ext cx="10603230" cy="75473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C3291FD-5C54-2414-4212-101F2D8BB58D}"/>
              </a:ext>
            </a:extLst>
          </p:cNvPr>
          <p:cNvSpPr/>
          <p:nvPr/>
        </p:nvSpPr>
        <p:spPr bwMode="auto">
          <a:xfrm>
            <a:off x="2013585" y="7600950"/>
            <a:ext cx="1529715" cy="38888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</a:pPr>
            <a:endParaRPr kumimoji="0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5846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5F7E-61D2-AFEE-4DD5-AF1C1929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1204DA-5225-488C-7F95-A988B07B8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480" y="1005840"/>
            <a:ext cx="2971796" cy="274319"/>
          </a:xfrm>
        </p:spPr>
        <p:txBody>
          <a:bodyPr/>
          <a:lstStyle/>
          <a:p>
            <a:r>
              <a:rPr lang="en-TW" sz="4400" b="1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02B2F98-AA4B-F0C9-C800-05376AB64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741299"/>
              </p:ext>
            </p:extLst>
          </p:nvPr>
        </p:nvGraphicFramePr>
        <p:xfrm>
          <a:off x="4239290" y="2521760"/>
          <a:ext cx="9753600" cy="352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4092629713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3376192983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560321975"/>
                    </a:ext>
                  </a:extLst>
                </a:gridCol>
              </a:tblGrid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專案目標、範圍、時程與</a:t>
                      </a:r>
                      <a:r>
                        <a:rPr lang="zh-TW" altLang="en-US" sz="3200" b="1" ker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工作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計劃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8947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專案組織、角色權責與溝通管道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25912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未來</a:t>
                      </a:r>
                      <a:r>
                        <a:rPr kumimoji="0" lang="en-US" altLang="zh-TW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2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個月工作重點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950619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專案成功關鍵要素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75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915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73FEBD-1F9B-8967-3694-245FDE38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25" y="302429"/>
            <a:ext cx="13716000" cy="1143000"/>
          </a:xfrm>
          <a:solidFill>
            <a:schemeClr val="bg2"/>
          </a:solidFill>
        </p:spPr>
        <p:txBody>
          <a:bodyPr/>
          <a:lstStyle/>
          <a:p>
            <a:r>
              <a:rPr lang="en-TW" b="1" dirty="0">
                <a:latin typeface="+mj-ea"/>
                <a:ea typeface="+mj-ea"/>
              </a:rPr>
              <a:t>近期會議安排</a:t>
            </a:r>
          </a:p>
        </p:txBody>
      </p:sp>
    </p:spTree>
    <p:extLst>
      <p:ext uri="{BB962C8B-B14F-4D97-AF65-F5344CB8AC3E}">
        <p14:creationId xmlns:p14="http://schemas.microsoft.com/office/powerpoint/2010/main" val="3571466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2E51-C27E-4FC7-C849-D52AA5EF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06AA7B-6EF1-1A49-E487-DD659BFFF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480" y="1005840"/>
            <a:ext cx="2971796" cy="274319"/>
          </a:xfrm>
        </p:spPr>
        <p:txBody>
          <a:bodyPr/>
          <a:lstStyle/>
          <a:p>
            <a:r>
              <a:rPr lang="en-TW" sz="4400" b="1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59A9A0A-0463-CD50-0C76-A12761556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43458"/>
              </p:ext>
            </p:extLst>
          </p:nvPr>
        </p:nvGraphicFramePr>
        <p:xfrm>
          <a:off x="4239290" y="2521760"/>
          <a:ext cx="9753600" cy="352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4092629713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3376192983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560321975"/>
                    </a:ext>
                  </a:extLst>
                </a:gridCol>
              </a:tblGrid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專案目標、範圍、時程與</a:t>
                      </a:r>
                      <a:r>
                        <a:rPr lang="zh-TW" altLang="en-US" sz="3200" b="1" ker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工作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計劃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8947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專案組織、角色權責與溝通管道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2591270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未來</a:t>
                      </a:r>
                      <a:r>
                        <a:rPr kumimoji="0" lang="en-US" altLang="zh-TW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2</a:t>
                      </a: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個月工作重點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950619"/>
                  </a:ext>
                </a:extLst>
              </a:tr>
              <a:tr h="881915">
                <a:tc>
                  <a:txBody>
                    <a:bodyPr/>
                    <a:lstStyle/>
                    <a:p>
                      <a:pPr algn="ctr"/>
                      <a:r>
                        <a:rPr lang="en-TW" sz="3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6022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</a:rPr>
                        <a:t>專案成功關鍵要素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TW" sz="3200" b="1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75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14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標題 3">
            <a:extLst>
              <a:ext uri="{FF2B5EF4-FFF2-40B4-BE49-F238E27FC236}">
                <a16:creationId xmlns:a16="http://schemas.microsoft.com/office/drawing/2014/main" id="{9F6B31F9-13D1-8A26-68B1-679283D4626B}"/>
              </a:ext>
            </a:extLst>
          </p:cNvPr>
          <p:cNvSpPr txBox="1">
            <a:spLocks/>
          </p:cNvSpPr>
          <p:nvPr/>
        </p:nvSpPr>
        <p:spPr>
          <a:xfrm>
            <a:off x="457200" y="685800"/>
            <a:ext cx="137160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5pPr>
            <a:lvl6pPr marL="58010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6pPr>
            <a:lvl7pPr marL="116022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7pPr>
            <a:lvl8pPr marL="174033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8pPr>
            <a:lvl9pPr marL="232044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9pPr>
          </a:lstStyle>
          <a:p>
            <a:pPr defTabSz="914400"/>
            <a:r>
              <a:rPr lang="zh-TW" altLang="en-US" b="1" kern="0"/>
              <a:t>專案架構重點</a:t>
            </a:r>
            <a:endParaRPr lang="zh-TW" altLang="en-US" sz="2400" b="1" kern="0"/>
          </a:p>
        </p:txBody>
      </p:sp>
    </p:spTree>
    <p:extLst>
      <p:ext uri="{BB962C8B-B14F-4D97-AF65-F5344CB8AC3E}">
        <p14:creationId xmlns:p14="http://schemas.microsoft.com/office/powerpoint/2010/main" val="372029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B70E-9532-3E2B-E78D-3E35B646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7B0533F-35AF-5272-D728-0D2DDCD3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成功關鍵</a:t>
            </a:r>
            <a:br>
              <a:rPr lang="en-US" altLang="zh-TW" b="1"/>
            </a:br>
            <a:endParaRPr lang="zh-TW" altLang="en-US" sz="2400" b="1"/>
          </a:p>
        </p:txBody>
      </p:sp>
    </p:spTree>
    <p:extLst>
      <p:ext uri="{BB962C8B-B14F-4D97-AF65-F5344CB8AC3E}">
        <p14:creationId xmlns:p14="http://schemas.microsoft.com/office/powerpoint/2010/main" val="3178172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3">
            <a:extLst>
              <a:ext uri="{FF2B5EF4-FFF2-40B4-BE49-F238E27FC236}">
                <a16:creationId xmlns:a16="http://schemas.microsoft.com/office/drawing/2014/main" id="{5F455019-30AB-9634-061A-5A0BD3BE7C5A}"/>
              </a:ext>
            </a:extLst>
          </p:cNvPr>
          <p:cNvSpPr txBox="1">
            <a:spLocks/>
          </p:cNvSpPr>
          <p:nvPr/>
        </p:nvSpPr>
        <p:spPr>
          <a:xfrm>
            <a:off x="411480" y="1960225"/>
            <a:ext cx="2877006" cy="36576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zh-TW" altLang="en-US" b="1"/>
              <a:t>成功關鍵 </a:t>
            </a:r>
            <a:r>
              <a:rPr lang="en-US" altLang="zh-TW" b="1"/>
              <a:t>– </a:t>
            </a:r>
            <a:br>
              <a:rPr lang="en-US" altLang="zh-TW" b="1"/>
            </a:br>
            <a:br>
              <a:rPr lang="en-US" altLang="zh-TW" b="1"/>
            </a:br>
            <a:r>
              <a:rPr lang="en-US" altLang="zh-TW" b="1"/>
              <a:t>One Team</a:t>
            </a:r>
            <a:endParaRPr lang="zh-TW" altLang="en-US" sz="24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86423-1547-93BE-94D2-B0E363DFD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79"/>
          <a:stretch>
            <a:fillRect/>
          </a:stretch>
        </p:blipFill>
        <p:spPr>
          <a:xfrm>
            <a:off x="8069510" y="1341855"/>
            <a:ext cx="5954857" cy="56547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750A5D-F093-8F8D-B9C5-E81A1B75C1B8}"/>
              </a:ext>
            </a:extLst>
          </p:cNvPr>
          <p:cNvSpPr/>
          <p:nvPr/>
        </p:nvSpPr>
        <p:spPr>
          <a:xfrm>
            <a:off x="8013926" y="971867"/>
            <a:ext cx="6010441" cy="6024774"/>
          </a:xfrm>
          <a:prstGeom prst="rect">
            <a:avLst/>
          </a:prstGeom>
          <a:solidFill>
            <a:srgbClr val="FFFF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TW" sz="2000" err="1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C437B9-1BC0-345C-8934-ADB899FCC992}"/>
              </a:ext>
            </a:extLst>
          </p:cNvPr>
          <p:cNvGrpSpPr/>
          <p:nvPr/>
        </p:nvGrpSpPr>
        <p:grpSpPr>
          <a:xfrm>
            <a:off x="3909657" y="1764853"/>
            <a:ext cx="3844123" cy="4821904"/>
            <a:chOff x="4320886" y="4860926"/>
            <a:chExt cx="3947198" cy="5314908"/>
          </a:xfrm>
        </p:grpSpPr>
        <p:pic>
          <p:nvPicPr>
            <p:cNvPr id="3" name="Picture 2" descr="和碩集團_和碩聯合科技股份有限公司- 國立政治大學商學院學生事務與校友服務辦公室OSAAS">
              <a:extLst>
                <a:ext uri="{FF2B5EF4-FFF2-40B4-BE49-F238E27FC236}">
                  <a16:creationId xmlns:a16="http://schemas.microsoft.com/office/drawing/2014/main" id="{6C410049-E1C1-3E47-BDEB-9F73397B4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886" y="4860926"/>
              <a:ext cx="3947198" cy="1388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SAP Taiwan | Taipei">
              <a:extLst>
                <a:ext uri="{FF2B5EF4-FFF2-40B4-BE49-F238E27FC236}">
                  <a16:creationId xmlns:a16="http://schemas.microsoft.com/office/drawing/2014/main" id="{F8CF9D8F-DA72-D37D-CD9E-8D9596C934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26" b="18033"/>
            <a:stretch>
              <a:fillRect/>
            </a:stretch>
          </p:blipFill>
          <p:spPr bwMode="auto">
            <a:xfrm>
              <a:off x="5180589" y="6823967"/>
              <a:ext cx="2227792" cy="1388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91428B-9B5A-CC65-A3D9-BC4B34A0E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116" t="26205" r="13987" b="25381"/>
            <a:stretch>
              <a:fillRect/>
            </a:stretch>
          </p:blipFill>
          <p:spPr>
            <a:xfrm>
              <a:off x="4810099" y="8787008"/>
              <a:ext cx="2968772" cy="13888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3592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629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262AC-6A8F-960F-40CE-B89062D9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CB4AFDB-1E4A-C9E4-5660-8675531D3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685800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</a:t>
            </a:r>
            <a:endParaRPr lang="zh-TW" altLang="en-US" b="1" dirty="0">
              <a:ea typeface="+mj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284493-112A-E0D6-B464-46283F819171}"/>
              </a:ext>
            </a:extLst>
          </p:cNvPr>
          <p:cNvSpPr txBox="1"/>
          <p:nvPr/>
        </p:nvSpPr>
        <p:spPr>
          <a:xfrm>
            <a:off x="2291787" y="8032830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TW" sz="2000" err="1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pic>
        <p:nvPicPr>
          <p:cNvPr id="1026" name="Picture 2" descr="Overview of Business Technology Platform">
            <a:extLst>
              <a:ext uri="{FF2B5EF4-FFF2-40B4-BE49-F238E27FC236}">
                <a16:creationId xmlns:a16="http://schemas.microsoft.com/office/drawing/2014/main" id="{E1FDC793-9591-19E4-E65A-90D055CFA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5" y="1389654"/>
            <a:ext cx="13292667" cy="648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C08EC09-3B72-5E5B-402D-569B7E637A03}"/>
              </a:ext>
            </a:extLst>
          </p:cNvPr>
          <p:cNvSpPr txBox="1"/>
          <p:nvPr/>
        </p:nvSpPr>
        <p:spPr>
          <a:xfrm>
            <a:off x="8953501" y="866277"/>
            <a:ext cx="1690157" cy="685800"/>
          </a:xfrm>
          <a:custGeom>
            <a:avLst/>
            <a:gdLst>
              <a:gd name="csX0" fmla="*/ 0 w 1533524"/>
              <a:gd name="csY0" fmla="*/ 0 h 342900"/>
              <a:gd name="csX1" fmla="*/ 1533524 w 1533524"/>
              <a:gd name="csY1" fmla="*/ 0 h 342900"/>
              <a:gd name="csX2" fmla="*/ 1533524 w 1533524"/>
              <a:gd name="csY2" fmla="*/ 342900 h 342900"/>
              <a:gd name="csX3" fmla="*/ 0 w 1533524"/>
              <a:gd name="csY3" fmla="*/ 342900 h 342900"/>
              <a:gd name="csX4" fmla="*/ 0 w 1533524"/>
              <a:gd name="csY4" fmla="*/ 0 h 342900"/>
              <a:gd name="csX0" fmla="*/ 0 w 1541990"/>
              <a:gd name="csY0" fmla="*/ 99971 h 442871"/>
              <a:gd name="csX1" fmla="*/ 1533524 w 1541990"/>
              <a:gd name="csY1" fmla="*/ 99971 h 442871"/>
              <a:gd name="csX2" fmla="*/ 1533524 w 1541990"/>
              <a:gd name="csY2" fmla="*/ 442871 h 442871"/>
              <a:gd name="csX3" fmla="*/ 0 w 1541990"/>
              <a:gd name="csY3" fmla="*/ 442871 h 442871"/>
              <a:gd name="csX4" fmla="*/ 0 w 1541990"/>
              <a:gd name="csY4" fmla="*/ 99971 h 442871"/>
              <a:gd name="csX0" fmla="*/ 0 w 1690157"/>
              <a:gd name="csY0" fmla="*/ 0 h 342900"/>
              <a:gd name="csX1" fmla="*/ 1533524 w 1690157"/>
              <a:gd name="csY1" fmla="*/ 0 h 342900"/>
              <a:gd name="csX2" fmla="*/ 1533524 w 1690157"/>
              <a:gd name="csY2" fmla="*/ 342900 h 342900"/>
              <a:gd name="csX3" fmla="*/ 0 w 1690157"/>
              <a:gd name="csY3" fmla="*/ 342900 h 342900"/>
              <a:gd name="csX4" fmla="*/ 0 w 1690157"/>
              <a:gd name="csY4" fmla="*/ 0 h 342900"/>
              <a:gd name="csX0" fmla="*/ 0 w 1690157"/>
              <a:gd name="csY0" fmla="*/ 0 h 685800"/>
              <a:gd name="csX1" fmla="*/ 1533524 w 1690157"/>
              <a:gd name="csY1" fmla="*/ 0 h 685800"/>
              <a:gd name="csX2" fmla="*/ 1533524 w 1690157"/>
              <a:gd name="csY2" fmla="*/ 342900 h 685800"/>
              <a:gd name="csX3" fmla="*/ 0 w 1690157"/>
              <a:gd name="csY3" fmla="*/ 342900 h 685800"/>
              <a:gd name="csX4" fmla="*/ 0 w 1690157"/>
              <a:gd name="csY4" fmla="*/ 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0157" h="685800">
                <a:moveTo>
                  <a:pt x="0" y="0"/>
                </a:moveTo>
                <a:lnTo>
                  <a:pt x="1533524" y="0"/>
                </a:lnTo>
                <a:cubicBezTo>
                  <a:pt x="1533524" y="114300"/>
                  <a:pt x="1885949" y="266700"/>
                  <a:pt x="1533524" y="342900"/>
                </a:cubicBezTo>
                <a:cubicBezTo>
                  <a:pt x="879474" y="1114425"/>
                  <a:pt x="511175" y="342900"/>
                  <a:pt x="0" y="342900"/>
                </a:cubicBezTo>
                <a:lnTo>
                  <a:pt x="0" y="0"/>
                </a:lnTo>
                <a:close/>
              </a:path>
            </a:pathLst>
          </a:custGeom>
          <a:scene3d>
            <a:camera prst="orthographicFront">
              <a:rot lat="0" lon="600000" rev="0"/>
            </a:camera>
            <a:lightRig rig="threePt" dir="t"/>
          </a:scene3d>
        </p:spPr>
        <p:txBody>
          <a:bodyPr wrap="square" lIns="91440" tIns="45720" rIns="91440" bIns="4572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r>
              <a:rPr lang="en-US" altLang="zh-TW" sz="2000" dirty="0">
                <a:solidFill>
                  <a:schemeClr val="tx1"/>
                </a:solidFill>
                <a:latin typeface="+mn-lt"/>
                <a:ea typeface="IBM Plex Sans" charset="0"/>
                <a:cs typeface="IBM Plex Sans" charset="0"/>
              </a:rPr>
              <a:t>ABCDEFG</a:t>
            </a:r>
            <a:endParaRPr lang="zh-TW" altLang="en-US" sz="2000" dirty="0" err="1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9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橢圓 7">
            <a:extLst>
              <a:ext uri="{FF2B5EF4-FFF2-40B4-BE49-F238E27FC236}">
                <a16:creationId xmlns:a16="http://schemas.microsoft.com/office/drawing/2014/main" id="{38DB270A-9B55-522D-897E-A7DDCE18ED9B}"/>
              </a:ext>
            </a:extLst>
          </p:cNvPr>
          <p:cNvSpPr/>
          <p:nvPr/>
        </p:nvSpPr>
        <p:spPr>
          <a:xfrm>
            <a:off x="4697730" y="2045970"/>
            <a:ext cx="4036004" cy="37719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TW" sz="11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TextBox 50">
            <a:extLst>
              <a:ext uri="{FF2B5EF4-FFF2-40B4-BE49-F238E27FC236}">
                <a16:creationId xmlns:a16="http://schemas.microsoft.com/office/drawing/2014/main" id="{A2A9EA5A-A99C-D07B-F133-BAF3E015AB9E}"/>
              </a:ext>
            </a:extLst>
          </p:cNvPr>
          <p:cNvSpPr txBox="1"/>
          <p:nvPr/>
        </p:nvSpPr>
        <p:spPr>
          <a:xfrm>
            <a:off x="2291787" y="8032830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TW" sz="2000" err="1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C3EA19C-6DA4-886D-D83D-E3EF3AF58A97}"/>
              </a:ext>
            </a:extLst>
          </p:cNvPr>
          <p:cNvSpPr/>
          <p:nvPr/>
        </p:nvSpPr>
        <p:spPr>
          <a:xfrm>
            <a:off x="5632000" y="3063241"/>
            <a:ext cx="2128969" cy="1917382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A37D4AD-B49C-C4EE-447A-F97020811C5A}"/>
              </a:ext>
            </a:extLst>
          </p:cNvPr>
          <p:cNvCxnSpPr>
            <a:cxnSpLocks/>
          </p:cNvCxnSpPr>
          <p:nvPr/>
        </p:nvCxnSpPr>
        <p:spPr>
          <a:xfrm flipV="1">
            <a:off x="6652260" y="3098006"/>
            <a:ext cx="1867853" cy="913924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9083DBE-871A-199A-1BAA-F579EA92FEB8}"/>
              </a:ext>
            </a:extLst>
          </p:cNvPr>
          <p:cNvCxnSpPr>
            <a:cxnSpLocks/>
          </p:cNvCxnSpPr>
          <p:nvPr/>
        </p:nvCxnSpPr>
        <p:spPr>
          <a:xfrm flipV="1">
            <a:off x="6652260" y="2225994"/>
            <a:ext cx="879019" cy="1785936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9B67683-9B90-5EF5-9E1B-FD989A6B4278}"/>
              </a:ext>
            </a:extLst>
          </p:cNvPr>
          <p:cNvCxnSpPr>
            <a:cxnSpLocks/>
          </p:cNvCxnSpPr>
          <p:nvPr/>
        </p:nvCxnSpPr>
        <p:spPr>
          <a:xfrm flipH="1" flipV="1">
            <a:off x="5896668" y="2205989"/>
            <a:ext cx="755592" cy="1805941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97C539D-66DF-F3EB-0629-34440943B118}"/>
              </a:ext>
            </a:extLst>
          </p:cNvPr>
          <p:cNvCxnSpPr>
            <a:cxnSpLocks/>
          </p:cNvCxnSpPr>
          <p:nvPr/>
        </p:nvCxnSpPr>
        <p:spPr>
          <a:xfrm flipH="1" flipV="1">
            <a:off x="4846320" y="3198973"/>
            <a:ext cx="1805940" cy="812957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CDC2151E-4EED-7C11-6FC0-2326CAD0D723}"/>
              </a:ext>
            </a:extLst>
          </p:cNvPr>
          <p:cNvSpPr/>
          <p:nvPr/>
        </p:nvSpPr>
        <p:spPr>
          <a:xfrm>
            <a:off x="5631098" y="3053239"/>
            <a:ext cx="2128969" cy="191738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03DFA7C-B164-2D27-673D-DBEC374A8D89}"/>
              </a:ext>
            </a:extLst>
          </p:cNvPr>
          <p:cNvSpPr/>
          <p:nvPr/>
        </p:nvSpPr>
        <p:spPr>
          <a:xfrm>
            <a:off x="6071755" y="3440430"/>
            <a:ext cx="1257300" cy="114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1100" dirty="0">
                <a:solidFill>
                  <a:schemeClr val="bg2"/>
                </a:solidFill>
              </a:rPr>
              <a:t>Business Data Cloud</a:t>
            </a:r>
          </a:p>
          <a:p>
            <a:pPr algn="ctr"/>
            <a:endParaRPr lang="en-US" altLang="zh-TW" sz="11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FE3F12-B0A0-684C-D15A-349EC8942D5F}"/>
              </a:ext>
            </a:extLst>
          </p:cNvPr>
          <p:cNvSpPr/>
          <p:nvPr/>
        </p:nvSpPr>
        <p:spPr>
          <a:xfrm>
            <a:off x="7689458" y="3573304"/>
            <a:ext cx="879019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Customer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experience</a:t>
            </a:r>
            <a:endParaRPr lang="zh-TW" altLang="en-US" sz="9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BFE3AA-B964-F5C0-7C77-BE819A784E80}"/>
              </a:ext>
            </a:extLst>
          </p:cNvPr>
          <p:cNvSpPr/>
          <p:nvPr/>
        </p:nvSpPr>
        <p:spPr>
          <a:xfrm>
            <a:off x="6982959" y="2816067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Human c</a:t>
            </a:r>
            <a:r>
              <a:rPr lang="en-US" altLang="zh-TW" sz="900" dirty="0">
                <a:solidFill>
                  <a:schemeClr val="tx1"/>
                </a:solidFill>
              </a:rPr>
              <a:t>apital 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90447D-FFAF-D59E-42C2-AE3B34407C23}"/>
              </a:ext>
            </a:extLst>
          </p:cNvPr>
          <p:cNvSpPr/>
          <p:nvPr/>
        </p:nvSpPr>
        <p:spPr>
          <a:xfrm>
            <a:off x="6025714" y="2433161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Supplier Chain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0750B6-9BE4-78DF-9D90-EA5EA14B7640}"/>
              </a:ext>
            </a:extLst>
          </p:cNvPr>
          <p:cNvSpPr/>
          <p:nvPr/>
        </p:nvSpPr>
        <p:spPr>
          <a:xfrm>
            <a:off x="4963205" y="2893220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Spend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E36BE5-16BC-77B2-D826-67EC1D373577}"/>
              </a:ext>
            </a:extLst>
          </p:cNvPr>
          <p:cNvSpPr/>
          <p:nvPr/>
        </p:nvSpPr>
        <p:spPr>
          <a:xfrm>
            <a:off x="4556933" y="3616168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Financial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E297F791-A202-CCB2-4BE3-728F1141C339}"/>
              </a:ext>
            </a:extLst>
          </p:cNvPr>
          <p:cNvSpPr/>
          <p:nvPr/>
        </p:nvSpPr>
        <p:spPr>
          <a:xfrm rot="2569705">
            <a:off x="5620430" y="3039667"/>
            <a:ext cx="2297430" cy="215026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ArchUp">
              <a:avLst/>
            </a:prstTxWarp>
          </a:bodyPr>
          <a:lstStyle/>
          <a:p>
            <a:pPr algn="l"/>
            <a:r>
              <a:rPr lang="en-US" altLang="zh-TW" sz="1800" b="1" dirty="0">
                <a:solidFill>
                  <a:schemeClr val="accent3"/>
                </a:solidFill>
                <a:latin typeface="+mn-lt"/>
              </a:rPr>
              <a:t>Cloud ERP</a:t>
            </a:r>
            <a:endParaRPr lang="zh-TW" altLang="en-US" sz="1800" b="1" dirty="0" err="1">
              <a:solidFill>
                <a:schemeClr val="accent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42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0730428-5A46-0081-306B-5FB026216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2" y="122135"/>
            <a:ext cx="13612795" cy="7501675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631DD9C5-BC82-4744-8DD8-E94788F40B30}"/>
              </a:ext>
            </a:extLst>
          </p:cNvPr>
          <p:cNvSpPr/>
          <p:nvPr/>
        </p:nvSpPr>
        <p:spPr>
          <a:xfrm>
            <a:off x="3650932" y="3634740"/>
            <a:ext cx="754380" cy="1828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產品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A4959D5-28A5-8759-15D7-36291FA3E773}"/>
              </a:ext>
            </a:extLst>
          </p:cNvPr>
          <p:cNvSpPr/>
          <p:nvPr/>
        </p:nvSpPr>
        <p:spPr>
          <a:xfrm>
            <a:off x="6227444" y="3634740"/>
            <a:ext cx="754380" cy="1828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產品代碼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4115CC4-C22D-BDCF-C5D9-2D43A03E4541}"/>
              </a:ext>
            </a:extLst>
          </p:cNvPr>
          <p:cNvSpPr/>
          <p:nvPr/>
        </p:nvSpPr>
        <p:spPr>
          <a:xfrm>
            <a:off x="7271388" y="3634740"/>
            <a:ext cx="754380" cy="1828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服務方案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E9E171F-7CC6-08A7-6935-CBEDC8CBF7E2}"/>
              </a:ext>
            </a:extLst>
          </p:cNvPr>
          <p:cNvSpPr/>
          <p:nvPr/>
        </p:nvSpPr>
        <p:spPr>
          <a:xfrm>
            <a:off x="8694420" y="3423392"/>
            <a:ext cx="1144908" cy="1503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設定使用量限制</a:t>
            </a:r>
          </a:p>
        </p:txBody>
      </p:sp>
    </p:spTree>
    <p:extLst>
      <p:ext uri="{BB962C8B-B14F-4D97-AF65-F5344CB8AC3E}">
        <p14:creationId xmlns:p14="http://schemas.microsoft.com/office/powerpoint/2010/main" val="252950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EEDC464-E037-A35B-BD78-A2B6BD966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" y="1222768"/>
            <a:ext cx="14500861" cy="759568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068A5F6F-567B-D7E5-40B9-CFC65156B005}"/>
              </a:ext>
            </a:extLst>
          </p:cNvPr>
          <p:cNvSpPr/>
          <p:nvPr/>
        </p:nvSpPr>
        <p:spPr>
          <a:xfrm>
            <a:off x="7037070" y="1331702"/>
            <a:ext cx="2678430" cy="1884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處理外部系統與</a:t>
            </a:r>
            <a:r>
              <a:rPr lang="zh-TW" altLang="en-US" sz="1050" dirty="0">
                <a:solidFill>
                  <a:srgbClr val="FF0000"/>
                </a:solidFill>
              </a:rPr>
              <a:t>業務資料  觸發業務流程</a:t>
            </a:r>
            <a:endParaRPr lang="zh-TW" altLang="en-US" sz="105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1D558C6-57EF-8195-3927-5560F796856C}"/>
              </a:ext>
            </a:extLst>
          </p:cNvPr>
          <p:cNvSpPr/>
          <p:nvPr/>
        </p:nvSpPr>
        <p:spPr>
          <a:xfrm>
            <a:off x="7037070" y="1657019"/>
            <a:ext cx="2678430" cy="1884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呼叫底層 </a:t>
            </a:r>
            <a:r>
              <a:rPr lang="en-US" altLang="zh-TW" sz="1050" dirty="0">
                <a:solidFill>
                  <a:srgbClr val="FF0000"/>
                </a:solidFill>
                <a:latin typeface="+mn-lt"/>
              </a:rPr>
              <a:t>API </a:t>
            </a:r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管理平台   部署、刪除、查詢 </a:t>
            </a:r>
            <a:r>
              <a:rPr lang="en-US" altLang="zh-TW" sz="1050" dirty="0" err="1">
                <a:solidFill>
                  <a:srgbClr val="FF0000"/>
                </a:solidFill>
                <a:latin typeface="+mn-lt"/>
              </a:rPr>
              <a:t>iFlow</a:t>
            </a:r>
            <a:r>
              <a:rPr lang="en-US" altLang="zh-TW" sz="1050" dirty="0">
                <a:solidFill>
                  <a:srgbClr val="FF0000"/>
                </a:solidFill>
                <a:latin typeface="+mn-lt"/>
              </a:rPr>
              <a:t> </a:t>
            </a:r>
            <a:r>
              <a:rPr lang="zh-TW" altLang="en-US" sz="1050" dirty="0">
                <a:solidFill>
                  <a:srgbClr val="FF0000"/>
                </a:solidFill>
                <a:latin typeface="+mn-lt"/>
              </a:rPr>
              <a:t>的狀態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28F8569-9E07-C2F4-4A40-1E4201961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4" y="742548"/>
            <a:ext cx="14002726" cy="34339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A81DA2E-FCBA-F4A7-B1C0-2946FDCFD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9" y="2220184"/>
            <a:ext cx="14519047" cy="139169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75B08D6-006E-1394-DCDB-151ED328B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667" y="5731089"/>
            <a:ext cx="6992326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76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1856-01D2-5F3C-4CC6-DE3AEB62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BE13B3E-2B2C-F17D-A8DA-28327283B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750357"/>
            <a:ext cx="14106549" cy="307290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A5CE693-42F1-353F-F2C7-626948D8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406966"/>
            <a:ext cx="14002726" cy="34339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1BD648D-E547-B8EA-275E-2D76201185CA}"/>
              </a:ext>
            </a:extLst>
          </p:cNvPr>
          <p:cNvSpPr txBox="1"/>
          <p:nvPr/>
        </p:nvSpPr>
        <p:spPr>
          <a:xfrm>
            <a:off x="7672388" y="2833729"/>
            <a:ext cx="2145982" cy="229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HANA </a:t>
            </a:r>
            <a:r>
              <a:rPr lang="zh-TW" altLang="en-US" dirty="0"/>
              <a:t>記憶體資料庫主體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7992B1B-81B4-2E39-5136-95C9C8A2CAAB}"/>
              </a:ext>
            </a:extLst>
          </p:cNvPr>
          <p:cNvSpPr txBox="1"/>
          <p:nvPr/>
        </p:nvSpPr>
        <p:spPr>
          <a:xfrm>
            <a:off x="7672388" y="3189334"/>
            <a:ext cx="1871662" cy="229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關係型資料湖</a:t>
            </a:r>
          </a:p>
        </p:txBody>
      </p:sp>
      <p:sp>
        <p:nvSpPr>
          <p:cNvPr id="14" name="左大括弧 13">
            <a:extLst>
              <a:ext uri="{FF2B5EF4-FFF2-40B4-BE49-F238E27FC236}">
                <a16:creationId xmlns:a16="http://schemas.microsoft.com/office/drawing/2014/main" id="{0C145A60-6F26-47D0-C8A3-2324635AEFAE}"/>
              </a:ext>
            </a:extLst>
          </p:cNvPr>
          <p:cNvSpPr/>
          <p:nvPr/>
        </p:nvSpPr>
        <p:spPr>
          <a:xfrm>
            <a:off x="5166360" y="2833729"/>
            <a:ext cx="274320" cy="585116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623E41F-4B54-8A2A-F251-D870D7A2534F}"/>
              </a:ext>
            </a:extLst>
          </p:cNvPr>
          <p:cNvSpPr txBox="1"/>
          <p:nvPr/>
        </p:nvSpPr>
        <p:spPr>
          <a:xfrm>
            <a:off x="3178469" y="3011531"/>
            <a:ext cx="2677501" cy="177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In memory DB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Data Lake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2C39CCC-BAE2-84EB-0864-BEE767ACCCA9}"/>
              </a:ext>
            </a:extLst>
          </p:cNvPr>
          <p:cNvSpPr txBox="1"/>
          <p:nvPr/>
        </p:nvSpPr>
        <p:spPr>
          <a:xfrm>
            <a:off x="7672388" y="843524"/>
            <a:ext cx="1928812" cy="218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資料庫管理與開發網頁工具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384756D-8EB2-B55A-6371-C0D6B4209071}"/>
              </a:ext>
            </a:extLst>
          </p:cNvPr>
          <p:cNvSpPr txBox="1"/>
          <p:nvPr/>
        </p:nvSpPr>
        <p:spPr>
          <a:xfrm>
            <a:off x="7672388" y="1812701"/>
            <a:ext cx="1928812" cy="269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管理後台 </a:t>
            </a:r>
            <a:r>
              <a:rPr lang="en-US" altLang="zh-TW" dirty="0"/>
              <a:t>API </a:t>
            </a:r>
            <a:r>
              <a:rPr lang="zh-TW" altLang="en-US" dirty="0"/>
              <a:t>存取權限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AFB1F38-27AB-DD66-2B8A-83A72724B6CE}"/>
              </a:ext>
            </a:extLst>
          </p:cNvPr>
          <p:cNvSpPr txBox="1"/>
          <p:nvPr/>
        </p:nvSpPr>
        <p:spPr>
          <a:xfrm>
            <a:off x="7672388" y="3544404"/>
            <a:ext cx="2706052" cy="269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與 </a:t>
            </a:r>
            <a:r>
              <a:rPr lang="en-US" altLang="zh-TW" dirty="0"/>
              <a:t>Cloud Connector </a:t>
            </a:r>
            <a:r>
              <a:rPr lang="zh-TW" altLang="en-US" dirty="0"/>
              <a:t>的雲地</a:t>
            </a:r>
            <a:endParaRPr lang="en-US" altLang="zh-TW" dirty="0"/>
          </a:p>
          <a:p>
            <a:r>
              <a:rPr lang="zh-TW" altLang="en-US" dirty="0"/>
              <a:t>安全連線元件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5A83904-67EB-72CA-B426-C337486953EE}"/>
              </a:ext>
            </a:extLst>
          </p:cNvPr>
          <p:cNvSpPr txBox="1"/>
          <p:nvPr/>
        </p:nvSpPr>
        <p:spPr>
          <a:xfrm>
            <a:off x="7672388" y="1146563"/>
            <a:ext cx="2043112" cy="269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HANA </a:t>
            </a:r>
            <a:r>
              <a:rPr lang="zh-TW" altLang="en-US" dirty="0"/>
              <a:t>雲端功能擴充選配包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F52D518-4875-70CE-0A41-3AEA96ACAEA2}"/>
              </a:ext>
            </a:extLst>
          </p:cNvPr>
          <p:cNvSpPr txBox="1"/>
          <p:nvPr/>
        </p:nvSpPr>
        <p:spPr>
          <a:xfrm>
            <a:off x="7672388" y="1476351"/>
            <a:ext cx="3163252" cy="218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遠端資料存取代理（</a:t>
            </a:r>
            <a:r>
              <a:rPr lang="en-US" altLang="zh-TW" dirty="0"/>
              <a:t>Data Provisioning Agent / SDI</a:t>
            </a:r>
            <a:r>
              <a:rPr lang="zh-TW" altLang="en-US" dirty="0"/>
              <a:t>）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F2049A9-8BDF-BCDD-162D-253C6881E76F}"/>
              </a:ext>
            </a:extLst>
          </p:cNvPr>
          <p:cNvSpPr txBox="1"/>
          <p:nvPr/>
        </p:nvSpPr>
        <p:spPr>
          <a:xfrm>
            <a:off x="7672388" y="2500750"/>
            <a:ext cx="2111692" cy="269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多租戶應用程式資料庫隔離方案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7C43D50-D388-3B80-3516-224A76C4B24D}"/>
              </a:ext>
            </a:extLst>
          </p:cNvPr>
          <p:cNvSpPr txBox="1"/>
          <p:nvPr/>
        </p:nvSpPr>
        <p:spPr>
          <a:xfrm>
            <a:off x="7672388" y="2162238"/>
            <a:ext cx="2020252" cy="269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05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多租戶架構的超級管理員權限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1C77E0DE-8CBC-99AC-6FAA-5405A6B76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388" y="4406341"/>
            <a:ext cx="5792008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04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E0FED86C-B27D-FA91-302B-C09ED858B26F}"/>
              </a:ext>
            </a:extLst>
          </p:cNvPr>
          <p:cNvSpPr/>
          <p:nvPr/>
        </p:nvSpPr>
        <p:spPr>
          <a:xfrm>
            <a:off x="3901441" y="198120"/>
            <a:ext cx="2274570" cy="54864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Commercial Contract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合約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36116FC-F0FD-E8FC-7A57-2E1DF7698FA2}"/>
              </a:ext>
            </a:extLst>
          </p:cNvPr>
          <p:cNvSpPr/>
          <p:nvPr/>
        </p:nvSpPr>
        <p:spPr>
          <a:xfrm>
            <a:off x="3901439" y="1055370"/>
            <a:ext cx="2274570" cy="54864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Global Account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全域帳號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873741A-1EAD-52E7-C748-4DAD0A407F4B}"/>
              </a:ext>
            </a:extLst>
          </p:cNvPr>
          <p:cNvSpPr/>
          <p:nvPr/>
        </p:nvSpPr>
        <p:spPr>
          <a:xfrm>
            <a:off x="3901438" y="1912620"/>
            <a:ext cx="2274570" cy="54864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Directory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管理目錄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78C8E89-160D-7CC7-2B97-887FEA87F2A1}"/>
              </a:ext>
            </a:extLst>
          </p:cNvPr>
          <p:cNvSpPr/>
          <p:nvPr/>
        </p:nvSpPr>
        <p:spPr>
          <a:xfrm>
            <a:off x="3901438" y="2769870"/>
            <a:ext cx="2274570" cy="54864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Subaccount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子帳號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CE3AF20-2182-DD40-7FF1-03F4C5D55E04}"/>
              </a:ext>
            </a:extLst>
          </p:cNvPr>
          <p:cNvSpPr/>
          <p:nvPr/>
        </p:nvSpPr>
        <p:spPr>
          <a:xfrm>
            <a:off x="369571" y="6107429"/>
            <a:ext cx="2464831" cy="54864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Application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應用軟體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6ADF7B3-E640-98E7-A723-ADB5AA7AD4FD}"/>
              </a:ext>
            </a:extLst>
          </p:cNvPr>
          <p:cNvSpPr/>
          <p:nvPr/>
        </p:nvSpPr>
        <p:spPr>
          <a:xfrm>
            <a:off x="3901438" y="6101714"/>
            <a:ext cx="2274570" cy="54864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Service Instance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執行個體</a:t>
            </a:r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(</a:t>
            </a:r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實例</a:t>
            </a:r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)</a:t>
            </a:r>
            <a:endParaRPr lang="zh-TW" altLang="en-US" sz="1440" dirty="0">
              <a:solidFill>
                <a:prstClr val="white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A5A344D-85CC-1871-8039-FE533E441359}"/>
              </a:ext>
            </a:extLst>
          </p:cNvPr>
          <p:cNvSpPr/>
          <p:nvPr/>
        </p:nvSpPr>
        <p:spPr>
          <a:xfrm>
            <a:off x="6918959" y="1055370"/>
            <a:ext cx="2274570" cy="5486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Entitlement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服務配額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FCCF0CA-0225-2DF7-F25A-DCCAE130671E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6176009" y="1329690"/>
            <a:ext cx="74295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15E18E91-2BB2-D230-6750-5C67332E3302}"/>
              </a:ext>
            </a:extLst>
          </p:cNvPr>
          <p:cNvCxnSpPr>
            <a:cxnSpLocks/>
            <a:stCxn id="36" idx="4"/>
            <a:endCxn id="4" idx="3"/>
          </p:cNvCxnSpPr>
          <p:nvPr/>
        </p:nvCxnSpPr>
        <p:spPr>
          <a:xfrm rot="5400000">
            <a:off x="6719171" y="1117994"/>
            <a:ext cx="525782" cy="16121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03267A91-7438-90A7-0E98-BE0AECD8D450}"/>
              </a:ext>
            </a:extLst>
          </p:cNvPr>
          <p:cNvCxnSpPr>
            <a:cxnSpLocks/>
            <a:stCxn id="36" idx="4"/>
            <a:endCxn id="5" idx="3"/>
          </p:cNvCxnSpPr>
          <p:nvPr/>
        </p:nvCxnSpPr>
        <p:spPr>
          <a:xfrm rot="5400000">
            <a:off x="6290547" y="1546619"/>
            <a:ext cx="1383032" cy="16121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817818A-6D6F-8D4D-1308-CD112C5FE8A3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5038724" y="1604011"/>
            <a:ext cx="1" cy="30861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C0C8F094-96B8-5D62-974A-02893D375684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5038725" y="746761"/>
            <a:ext cx="1" cy="30861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3D54AF1-2B13-BEAA-7265-EF2DD0863A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038723" y="2461261"/>
            <a:ext cx="0" cy="30861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32174207-271B-E1EE-494C-5F2A5E8B43EB}"/>
              </a:ext>
            </a:extLst>
          </p:cNvPr>
          <p:cNvCxnSpPr>
            <a:stCxn id="3" idx="1"/>
            <a:endCxn id="5" idx="1"/>
          </p:cNvCxnSpPr>
          <p:nvPr/>
        </p:nvCxnSpPr>
        <p:spPr>
          <a:xfrm rot="10800000" flipV="1">
            <a:off x="3901440" y="1329690"/>
            <a:ext cx="1" cy="1714500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ED64DDB-6C1F-D5D6-B440-8EAD349A62EB}"/>
              </a:ext>
            </a:extLst>
          </p:cNvPr>
          <p:cNvSpPr txBox="1"/>
          <p:nvPr/>
        </p:nvSpPr>
        <p:spPr>
          <a:xfrm>
            <a:off x="6584631" y="1872615"/>
            <a:ext cx="106299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6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目錄配額</a:t>
            </a:r>
            <a:endParaRPr lang="zh-TW" altLang="en-US" sz="1260" dirty="0">
              <a:solidFill>
                <a:prstClr val="black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41CCF18-D46B-1125-7392-1801A64739C5}"/>
              </a:ext>
            </a:extLst>
          </p:cNvPr>
          <p:cNvSpPr txBox="1"/>
          <p:nvPr/>
        </p:nvSpPr>
        <p:spPr>
          <a:xfrm>
            <a:off x="6547484" y="2684145"/>
            <a:ext cx="106299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6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子帳號配額</a:t>
            </a:r>
            <a:endParaRPr lang="zh-TW" altLang="en-US" sz="1260" dirty="0">
              <a:solidFill>
                <a:prstClr val="black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6F53F5C-B655-568D-AA16-0663BEBACA22}"/>
              </a:ext>
            </a:extLst>
          </p:cNvPr>
          <p:cNvSpPr txBox="1"/>
          <p:nvPr/>
        </p:nvSpPr>
        <p:spPr>
          <a:xfrm>
            <a:off x="3310647" y="1937642"/>
            <a:ext cx="36433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6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直</a:t>
            </a:r>
            <a:endParaRPr lang="en-US" altLang="zh-TW" sz="1260" dirty="0">
              <a:solidFill>
                <a:prstClr val="black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  <a:p>
            <a:r>
              <a:rPr lang="zh-TW" altLang="en-US" sz="126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建</a:t>
            </a:r>
            <a:endParaRPr lang="zh-TW" altLang="en-US" sz="1260" dirty="0">
              <a:solidFill>
                <a:prstClr val="black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769647B-F160-B932-440D-E9688C33006F}"/>
              </a:ext>
            </a:extLst>
          </p:cNvPr>
          <p:cNvSpPr txBox="1"/>
          <p:nvPr/>
        </p:nvSpPr>
        <p:spPr>
          <a:xfrm>
            <a:off x="6164574" y="1050709"/>
            <a:ext cx="75438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6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總配額</a:t>
            </a:r>
            <a:endParaRPr lang="zh-TW" altLang="en-US" sz="1260" dirty="0">
              <a:solidFill>
                <a:prstClr val="black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BE1BF57C-5FC4-ABA1-F38B-2B1C4BF033FB}"/>
              </a:ext>
            </a:extLst>
          </p:cNvPr>
          <p:cNvSpPr/>
          <p:nvPr/>
        </p:nvSpPr>
        <p:spPr>
          <a:xfrm>
            <a:off x="7727631" y="1546859"/>
            <a:ext cx="120970" cy="114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082AA4B6-E856-4A22-D957-2AFAB29A53D0}"/>
              </a:ext>
            </a:extLst>
          </p:cNvPr>
          <p:cNvSpPr/>
          <p:nvPr/>
        </p:nvSpPr>
        <p:spPr>
          <a:xfrm>
            <a:off x="7995757" y="1546859"/>
            <a:ext cx="120970" cy="114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51A4955C-1055-3ED3-0D92-08035B2EDAC8}"/>
              </a:ext>
            </a:extLst>
          </p:cNvPr>
          <p:cNvSpPr/>
          <p:nvPr/>
        </p:nvSpPr>
        <p:spPr>
          <a:xfrm>
            <a:off x="6918958" y="3621404"/>
            <a:ext cx="2274570" cy="5486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Service Plan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服務方案</a:t>
            </a:r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0B4BAD99-DB50-A22C-F9AE-A3F9183C1EBC}"/>
              </a:ext>
            </a:extLst>
          </p:cNvPr>
          <p:cNvCxnSpPr>
            <a:cxnSpLocks/>
            <a:stCxn id="8" idx="2"/>
            <a:endCxn id="40" idx="0"/>
          </p:cNvCxnSpPr>
          <p:nvPr/>
        </p:nvCxnSpPr>
        <p:spPr>
          <a:xfrm flipH="1">
            <a:off x="8056244" y="1604010"/>
            <a:ext cx="1" cy="2017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E9AB30A1-3698-A4B6-19B5-F654838E0179}"/>
              </a:ext>
            </a:extLst>
          </p:cNvPr>
          <p:cNvSpPr/>
          <p:nvPr/>
        </p:nvSpPr>
        <p:spPr>
          <a:xfrm>
            <a:off x="6918957" y="4507229"/>
            <a:ext cx="2274570" cy="5486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Service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服務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2C6BB9A8-B96E-E862-FFBC-C4EAB2D460C1}"/>
              </a:ext>
            </a:extLst>
          </p:cNvPr>
          <p:cNvSpPr/>
          <p:nvPr/>
        </p:nvSpPr>
        <p:spPr>
          <a:xfrm>
            <a:off x="6918957" y="6101714"/>
            <a:ext cx="2274570" cy="5486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Create Service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建立服務</a:t>
            </a: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9AC227B4-57E6-26A4-A937-B103D494EA23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 flipH="1">
            <a:off x="8056243" y="4170045"/>
            <a:ext cx="1" cy="337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8E928FF2-8438-F8F5-013A-42A491D109DB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8056242" y="5055869"/>
            <a:ext cx="0" cy="1045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7ED1497B-768F-C68F-FE28-4D542367DA98}"/>
              </a:ext>
            </a:extLst>
          </p:cNvPr>
          <p:cNvCxnSpPr>
            <a:cxnSpLocks/>
            <a:stCxn id="45" idx="1"/>
            <a:endCxn id="7" idx="3"/>
          </p:cNvCxnSpPr>
          <p:nvPr/>
        </p:nvCxnSpPr>
        <p:spPr>
          <a:xfrm flipH="1">
            <a:off x="6176008" y="6376034"/>
            <a:ext cx="7429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1985224F-7F2E-0E6F-0424-B39119FF23DE}"/>
              </a:ext>
            </a:extLst>
          </p:cNvPr>
          <p:cNvSpPr/>
          <p:nvPr/>
        </p:nvSpPr>
        <p:spPr>
          <a:xfrm>
            <a:off x="3901437" y="3632834"/>
            <a:ext cx="2274570" cy="5486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Environment</a:t>
            </a:r>
          </a:p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(CF/Kyma)</a:t>
            </a:r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執行環境</a:t>
            </a: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D0EA94E7-07B0-4291-E13D-9E479AB0C799}"/>
              </a:ext>
            </a:extLst>
          </p:cNvPr>
          <p:cNvCxnSpPr>
            <a:stCxn id="5" idx="2"/>
            <a:endCxn id="59" idx="0"/>
          </p:cNvCxnSpPr>
          <p:nvPr/>
        </p:nvCxnSpPr>
        <p:spPr>
          <a:xfrm flipH="1">
            <a:off x="5038723" y="3318511"/>
            <a:ext cx="1" cy="314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5286E85-0CEB-D9D7-77E6-A2FD81DA60A6}"/>
              </a:ext>
            </a:extLst>
          </p:cNvPr>
          <p:cNvSpPr txBox="1"/>
          <p:nvPr/>
        </p:nvSpPr>
        <p:spPr>
          <a:xfrm>
            <a:off x="5009197" y="2480361"/>
            <a:ext cx="106299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6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限制配額</a:t>
            </a:r>
            <a:endParaRPr lang="zh-TW" altLang="en-US" sz="1260" dirty="0">
              <a:solidFill>
                <a:prstClr val="black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1215D4A8-9547-31BD-09B0-EDA892181B10}"/>
              </a:ext>
            </a:extLst>
          </p:cNvPr>
          <p:cNvSpPr/>
          <p:nvPr/>
        </p:nvSpPr>
        <p:spPr>
          <a:xfrm>
            <a:off x="369571" y="1912620"/>
            <a:ext cx="2464834" cy="5486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Provider Application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應用軟體可選清單</a:t>
            </a:r>
            <a:endParaRPr lang="en-US" altLang="zh-TW" sz="1440" dirty="0">
              <a:solidFill>
                <a:prstClr val="white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DAECB096-31AE-337F-0D0C-2657374589B8}"/>
              </a:ext>
            </a:extLst>
          </p:cNvPr>
          <p:cNvSpPr/>
          <p:nvPr/>
        </p:nvSpPr>
        <p:spPr>
          <a:xfrm>
            <a:off x="369571" y="2769870"/>
            <a:ext cx="2464834" cy="5486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Subscription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訂閱</a:t>
            </a:r>
            <a:endParaRPr lang="en-US" altLang="zh-TW" sz="1440" dirty="0">
              <a:solidFill>
                <a:prstClr val="white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90ECC298-98E4-72D8-5617-1ACF4D230BE2}"/>
              </a:ext>
            </a:extLst>
          </p:cNvPr>
          <p:cNvSpPr/>
          <p:nvPr/>
        </p:nvSpPr>
        <p:spPr>
          <a:xfrm>
            <a:off x="3841662" y="3121345"/>
            <a:ext cx="120970" cy="114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cxnSp>
        <p:nvCxnSpPr>
          <p:cNvPr id="70" name="接點: 肘形 69">
            <a:extLst>
              <a:ext uri="{FF2B5EF4-FFF2-40B4-BE49-F238E27FC236}">
                <a16:creationId xmlns:a16="http://schemas.microsoft.com/office/drawing/2014/main" id="{E042AFAB-F1C8-BD45-B8F6-8268545A45DC}"/>
              </a:ext>
            </a:extLst>
          </p:cNvPr>
          <p:cNvCxnSpPr>
            <a:stCxn id="68" idx="2"/>
            <a:endCxn id="65" idx="3"/>
          </p:cNvCxnSpPr>
          <p:nvPr/>
        </p:nvCxnSpPr>
        <p:spPr>
          <a:xfrm rot="10800000">
            <a:off x="2834407" y="3044190"/>
            <a:ext cx="1007257" cy="1343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0D95C53F-12E7-F627-3DD4-FAC7E664CB0B}"/>
              </a:ext>
            </a:extLst>
          </p:cNvPr>
          <p:cNvCxnSpPr>
            <a:stCxn id="64" idx="2"/>
            <a:endCxn id="65" idx="0"/>
          </p:cNvCxnSpPr>
          <p:nvPr/>
        </p:nvCxnSpPr>
        <p:spPr>
          <a:xfrm>
            <a:off x="1601988" y="2461261"/>
            <a:ext cx="0" cy="308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63DC1B11-E94B-A197-2D23-0F3559D37BED}"/>
              </a:ext>
            </a:extLst>
          </p:cNvPr>
          <p:cNvSpPr/>
          <p:nvPr/>
        </p:nvSpPr>
        <p:spPr>
          <a:xfrm>
            <a:off x="3901437" y="4356684"/>
            <a:ext cx="2274570" cy="5486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Cloud Foundry Org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執行組織</a:t>
            </a: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56AEFA4B-E712-E614-F17F-E7FE4928B382}"/>
              </a:ext>
            </a:extLst>
          </p:cNvPr>
          <p:cNvSpPr/>
          <p:nvPr/>
        </p:nvSpPr>
        <p:spPr>
          <a:xfrm>
            <a:off x="3901437" y="5104450"/>
            <a:ext cx="2274570" cy="5486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Cloud Foundry Space</a:t>
            </a:r>
          </a:p>
          <a:p>
            <a:pPr algn="ctr"/>
            <a:r>
              <a:rPr lang="zh-TW" altLang="en-US" sz="1440" dirty="0">
                <a:solidFill>
                  <a:prstClr val="white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執行空間</a:t>
            </a:r>
          </a:p>
        </p:txBody>
      </p: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CF2EE510-6101-7510-73C0-FD2C1916406F}"/>
              </a:ext>
            </a:extLst>
          </p:cNvPr>
          <p:cNvCxnSpPr>
            <a:cxnSpLocks/>
            <a:stCxn id="59" idx="2"/>
            <a:endCxn id="73" idx="0"/>
          </p:cNvCxnSpPr>
          <p:nvPr/>
        </p:nvCxnSpPr>
        <p:spPr>
          <a:xfrm>
            <a:off x="5038722" y="4181474"/>
            <a:ext cx="0" cy="175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69650575-2893-A845-E7F7-AC9C588B8434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>
            <a:off x="5038722" y="4905324"/>
            <a:ext cx="0" cy="199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F7CF7B80-101C-68A4-DC3B-42B43403F683}"/>
              </a:ext>
            </a:extLst>
          </p:cNvPr>
          <p:cNvCxnSpPr>
            <a:cxnSpLocks/>
          </p:cNvCxnSpPr>
          <p:nvPr/>
        </p:nvCxnSpPr>
        <p:spPr>
          <a:xfrm>
            <a:off x="5221602" y="4364354"/>
            <a:ext cx="0" cy="175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接點: 肘形 89">
            <a:extLst>
              <a:ext uri="{FF2B5EF4-FFF2-40B4-BE49-F238E27FC236}">
                <a16:creationId xmlns:a16="http://schemas.microsoft.com/office/drawing/2014/main" id="{57D9BB26-1EC3-E8DB-A7EF-8E1F25454203}"/>
              </a:ext>
            </a:extLst>
          </p:cNvPr>
          <p:cNvCxnSpPr>
            <a:cxnSpLocks/>
            <a:stCxn id="93" idx="4"/>
            <a:endCxn id="6" idx="0"/>
          </p:cNvCxnSpPr>
          <p:nvPr/>
        </p:nvCxnSpPr>
        <p:spPr>
          <a:xfrm rot="5400000">
            <a:off x="3004230" y="4325590"/>
            <a:ext cx="379597" cy="31840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EEE2DC93-AB60-72E7-33B7-ACEB98481BDF}"/>
              </a:ext>
            </a:extLst>
          </p:cNvPr>
          <p:cNvCxnSpPr>
            <a:stCxn id="74" idx="2"/>
            <a:endCxn id="7" idx="0"/>
          </p:cNvCxnSpPr>
          <p:nvPr/>
        </p:nvCxnSpPr>
        <p:spPr>
          <a:xfrm rot="16200000" flipH="1">
            <a:off x="4814410" y="5877402"/>
            <a:ext cx="44862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橢圓 92">
            <a:extLst>
              <a:ext uri="{FF2B5EF4-FFF2-40B4-BE49-F238E27FC236}">
                <a16:creationId xmlns:a16="http://schemas.microsoft.com/office/drawing/2014/main" id="{98EF3E0F-2A70-C3AE-0CFA-B3E05DE20E4C}"/>
              </a:ext>
            </a:extLst>
          </p:cNvPr>
          <p:cNvSpPr/>
          <p:nvPr/>
        </p:nvSpPr>
        <p:spPr>
          <a:xfrm>
            <a:off x="4725582" y="5613533"/>
            <a:ext cx="120970" cy="114299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3642B1D-4445-B94E-C52B-215527CA7C67}"/>
              </a:ext>
            </a:extLst>
          </p:cNvPr>
          <p:cNvSpPr/>
          <p:nvPr/>
        </p:nvSpPr>
        <p:spPr>
          <a:xfrm>
            <a:off x="11073764" y="784683"/>
            <a:ext cx="2072634" cy="6079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Development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Env.</a:t>
            </a:r>
          </a:p>
          <a:p>
            <a:pPr algn="ctr"/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開發環境</a:t>
            </a:r>
            <a:endParaRPr lang="en-US" altLang="zh-TW" sz="1440" dirty="0">
              <a:solidFill>
                <a:prstClr val="black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D1D29D9-5149-60A3-402A-E01D6FB31FB7}"/>
              </a:ext>
            </a:extLst>
          </p:cNvPr>
          <p:cNvSpPr/>
          <p:nvPr/>
        </p:nvSpPr>
        <p:spPr>
          <a:xfrm>
            <a:off x="11073764" y="1732420"/>
            <a:ext cx="2072634" cy="6079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Test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(QA)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Env.</a:t>
            </a:r>
          </a:p>
          <a:p>
            <a:pPr algn="ctr"/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測試環境</a:t>
            </a:r>
            <a:endParaRPr lang="en-US" altLang="zh-TW" sz="1440" dirty="0">
              <a:solidFill>
                <a:prstClr val="black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6BBB75D-BBE5-3CCE-15AC-B6E82FA725EF}"/>
              </a:ext>
            </a:extLst>
          </p:cNvPr>
          <p:cNvSpPr/>
          <p:nvPr/>
        </p:nvSpPr>
        <p:spPr>
          <a:xfrm>
            <a:off x="11073764" y="2712441"/>
            <a:ext cx="2072634" cy="6079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Pre-Production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Env.</a:t>
            </a:r>
          </a:p>
          <a:p>
            <a:pPr algn="ctr"/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Pre-PRD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環境</a:t>
            </a:r>
            <a:endParaRPr lang="en-US" altLang="zh-TW" sz="1440" dirty="0">
              <a:solidFill>
                <a:prstClr val="black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E717D67-9D55-0193-2A2E-39129DD384E4}"/>
              </a:ext>
            </a:extLst>
          </p:cNvPr>
          <p:cNvSpPr/>
          <p:nvPr/>
        </p:nvSpPr>
        <p:spPr>
          <a:xfrm>
            <a:off x="11073763" y="3748733"/>
            <a:ext cx="2072634" cy="6079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Production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Env.</a:t>
            </a:r>
          </a:p>
          <a:p>
            <a:pPr algn="ctr"/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正式環境</a:t>
            </a:r>
            <a:endParaRPr lang="en-US" altLang="zh-TW" sz="1440" dirty="0">
              <a:solidFill>
                <a:prstClr val="black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9FB9A86-5169-832E-4092-B95EED7B6443}"/>
              </a:ext>
            </a:extLst>
          </p:cNvPr>
          <p:cNvSpPr/>
          <p:nvPr/>
        </p:nvSpPr>
        <p:spPr>
          <a:xfrm>
            <a:off x="12405357" y="5104450"/>
            <a:ext cx="2072634" cy="6079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Sandbox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Env.</a:t>
            </a:r>
          </a:p>
          <a:p>
            <a:pPr algn="ctr"/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沙盒環境</a:t>
            </a:r>
            <a:endParaRPr lang="en-US" altLang="zh-TW" sz="1440" dirty="0">
              <a:solidFill>
                <a:prstClr val="black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F5E147D-72C4-0CDF-730A-88BAF55E7FCB}"/>
              </a:ext>
            </a:extLst>
          </p:cNvPr>
          <p:cNvSpPr/>
          <p:nvPr/>
        </p:nvSpPr>
        <p:spPr>
          <a:xfrm>
            <a:off x="9936476" y="5104450"/>
            <a:ext cx="2072634" cy="6079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Training</a:t>
            </a:r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Env.</a:t>
            </a:r>
          </a:p>
          <a:p>
            <a:pPr algn="ctr"/>
            <a:r>
              <a:rPr lang="zh-TW" altLang="en-US" sz="1440" dirty="0">
                <a:solidFill>
                  <a:prstClr val="black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教育訓練環境</a:t>
            </a:r>
            <a:endParaRPr lang="en-US" altLang="zh-TW" sz="1440" dirty="0">
              <a:solidFill>
                <a:prstClr val="black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cxnSp>
        <p:nvCxnSpPr>
          <p:cNvPr id="105" name="直線單箭頭接點 104">
            <a:extLst>
              <a:ext uri="{FF2B5EF4-FFF2-40B4-BE49-F238E27FC236}">
                <a16:creationId xmlns:a16="http://schemas.microsoft.com/office/drawing/2014/main" id="{EC2A0753-BF95-F6CE-8DB6-8B0A858DB2AE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12110081" y="1392634"/>
            <a:ext cx="0" cy="339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B6E878EF-A0A4-13E4-ED06-37798E917DAD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>
            <a:off x="12110081" y="2340371"/>
            <a:ext cx="0" cy="372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1AD49665-BAFC-6FEC-B974-BAE782C376F2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 flipH="1">
            <a:off x="12110080" y="3320392"/>
            <a:ext cx="1" cy="428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接點: 肘形 110">
            <a:extLst>
              <a:ext uri="{FF2B5EF4-FFF2-40B4-BE49-F238E27FC236}">
                <a16:creationId xmlns:a16="http://schemas.microsoft.com/office/drawing/2014/main" id="{F78C2682-6736-6F05-722B-FF1400C63E42}"/>
              </a:ext>
            </a:extLst>
          </p:cNvPr>
          <p:cNvCxnSpPr>
            <a:stCxn id="101" idx="2"/>
            <a:endCxn id="103" idx="0"/>
          </p:cNvCxnSpPr>
          <p:nvPr/>
        </p:nvCxnSpPr>
        <p:spPr>
          <a:xfrm rot="5400000">
            <a:off x="11167554" y="4161925"/>
            <a:ext cx="747766" cy="113728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接點: 肘形 112">
            <a:extLst>
              <a:ext uri="{FF2B5EF4-FFF2-40B4-BE49-F238E27FC236}">
                <a16:creationId xmlns:a16="http://schemas.microsoft.com/office/drawing/2014/main" id="{17C718E4-7355-021A-276C-0ECF3CBC1096}"/>
              </a:ext>
            </a:extLst>
          </p:cNvPr>
          <p:cNvCxnSpPr>
            <a:stCxn id="102" idx="0"/>
            <a:endCxn id="101" idx="2"/>
          </p:cNvCxnSpPr>
          <p:nvPr/>
        </p:nvCxnSpPr>
        <p:spPr>
          <a:xfrm rot="16200000" flipV="1">
            <a:off x="12401994" y="4064770"/>
            <a:ext cx="747766" cy="133159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726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51FC-95EB-D31A-BACA-20B41B75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F75A6CF3-DCA6-DDFD-A1D1-F4FF3CA3ECBD}"/>
              </a:ext>
            </a:extLst>
          </p:cNvPr>
          <p:cNvSpPr/>
          <p:nvPr/>
        </p:nvSpPr>
        <p:spPr>
          <a:xfrm>
            <a:off x="0" y="239762"/>
            <a:ext cx="12304295" cy="46609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9" name="標題 3">
            <a:extLst>
              <a:ext uri="{FF2B5EF4-FFF2-40B4-BE49-F238E27FC236}">
                <a16:creationId xmlns:a16="http://schemas.microsoft.com/office/drawing/2014/main" id="{CC8686AC-E537-73DC-8C0B-671FB231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7" y="134353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 - Subaccount</a:t>
            </a:r>
            <a:endParaRPr lang="zh-TW" altLang="en-US" b="1" dirty="0"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A7A7F41-4526-A7AD-AFC1-A1A8CAF1F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365" y="239762"/>
            <a:ext cx="7197431" cy="755640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90E2A87-9AB2-E8CE-7C0A-B51B3B812DC4}"/>
              </a:ext>
            </a:extLst>
          </p:cNvPr>
          <p:cNvSpPr txBox="1"/>
          <p:nvPr/>
        </p:nvSpPr>
        <p:spPr>
          <a:xfrm>
            <a:off x="171360" y="6650121"/>
            <a:ext cx="59807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/>
              <a:t>https://community.sap.com/t5/technology-blog-posts-by-sap/architecting-solutions-with-sap-business-technology-platform-book-review/ba-p/13564600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273460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CC78-8872-27E1-C463-0F280FD90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橢圓 17">
            <a:extLst>
              <a:ext uri="{FF2B5EF4-FFF2-40B4-BE49-F238E27FC236}">
                <a16:creationId xmlns:a16="http://schemas.microsoft.com/office/drawing/2014/main" id="{C391EA43-0267-4197-EF9B-4DCC702B723D}"/>
              </a:ext>
            </a:extLst>
          </p:cNvPr>
          <p:cNvSpPr/>
          <p:nvPr/>
        </p:nvSpPr>
        <p:spPr>
          <a:xfrm>
            <a:off x="3145449" y="1064325"/>
            <a:ext cx="7120889" cy="70153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Circle">
              <a:avLst>
                <a:gd name="adj" fmla="val 11951669"/>
              </a:avLst>
            </a:prstTxWarp>
          </a:bodyPr>
          <a:lstStyle/>
          <a:p>
            <a:pPr algn="l"/>
            <a:endParaRPr lang="en-US" altLang="zh-TW" sz="1000" b="1" dirty="0">
              <a:solidFill>
                <a:schemeClr val="accent5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FA92CC4-8A7D-1486-8F66-247F21D78F60}"/>
              </a:ext>
            </a:extLst>
          </p:cNvPr>
          <p:cNvSpPr/>
          <p:nvPr/>
        </p:nvSpPr>
        <p:spPr>
          <a:xfrm rot="273239">
            <a:off x="3629990" y="1447578"/>
            <a:ext cx="6187784" cy="623453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Circle">
              <a:avLst>
                <a:gd name="adj" fmla="val 10821555"/>
              </a:avLst>
            </a:prstTxWarp>
          </a:bodyPr>
          <a:lstStyle/>
          <a:p>
            <a:pPr algn="l"/>
            <a:endParaRPr lang="en-US" altLang="zh-TW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608C8ECA-3BE0-FBB3-1F1B-BCE66F85FB46}"/>
              </a:ext>
            </a:extLst>
          </p:cNvPr>
          <p:cNvSpPr/>
          <p:nvPr/>
        </p:nvSpPr>
        <p:spPr>
          <a:xfrm rot="197220">
            <a:off x="4266517" y="2102731"/>
            <a:ext cx="4878754" cy="486187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Circle">
              <a:avLst>
                <a:gd name="adj" fmla="val 10779615"/>
              </a:avLst>
            </a:prstTxWarp>
          </a:bodyPr>
          <a:lstStyle/>
          <a:p>
            <a:pPr algn="l"/>
            <a:endParaRPr lang="en-US" altLang="zh-TW" sz="105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27831BA4-208E-6D1D-D5B9-AA09FF61CCD2}"/>
              </a:ext>
            </a:extLst>
          </p:cNvPr>
          <p:cNvSpPr/>
          <p:nvPr/>
        </p:nvSpPr>
        <p:spPr>
          <a:xfrm>
            <a:off x="4697730" y="2503170"/>
            <a:ext cx="4036004" cy="37719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TW" sz="11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256F55E3-9692-A994-BF17-729E17F7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/>
          <a:p>
            <a:r>
              <a:rPr lang="en-US" altLang="zh-TW" b="1" dirty="0">
                <a:ea typeface="+mj-ea"/>
              </a:rPr>
              <a:t>BTP Overview</a:t>
            </a:r>
            <a:endParaRPr lang="zh-TW" altLang="en-US" b="1" dirty="0">
              <a:ea typeface="+mj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2703ED-393A-B8E9-B7F3-1B42D6D13196}"/>
              </a:ext>
            </a:extLst>
          </p:cNvPr>
          <p:cNvSpPr txBox="1"/>
          <p:nvPr/>
        </p:nvSpPr>
        <p:spPr>
          <a:xfrm>
            <a:off x="2291787" y="8490030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TW" sz="2000" err="1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CC62128-D88D-94A5-A28E-0FFB86B0A92C}"/>
              </a:ext>
            </a:extLst>
          </p:cNvPr>
          <p:cNvSpPr/>
          <p:nvPr/>
        </p:nvSpPr>
        <p:spPr>
          <a:xfrm>
            <a:off x="5632000" y="3520441"/>
            <a:ext cx="2128969" cy="1917382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7F3D3B9-804B-7611-6D77-B40ED2946F53}"/>
              </a:ext>
            </a:extLst>
          </p:cNvPr>
          <p:cNvCxnSpPr>
            <a:cxnSpLocks/>
          </p:cNvCxnSpPr>
          <p:nvPr/>
        </p:nvCxnSpPr>
        <p:spPr>
          <a:xfrm flipV="1">
            <a:off x="6652260" y="3555206"/>
            <a:ext cx="1867853" cy="913924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2047F97-5AA5-542B-D22A-A4BF67DB612C}"/>
              </a:ext>
            </a:extLst>
          </p:cNvPr>
          <p:cNvCxnSpPr>
            <a:cxnSpLocks/>
          </p:cNvCxnSpPr>
          <p:nvPr/>
        </p:nvCxnSpPr>
        <p:spPr>
          <a:xfrm flipV="1">
            <a:off x="6652260" y="2683194"/>
            <a:ext cx="879019" cy="1785936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41B3A4D9-4099-F0FA-C4E5-8E4F8C1F1F0E}"/>
              </a:ext>
            </a:extLst>
          </p:cNvPr>
          <p:cNvCxnSpPr>
            <a:cxnSpLocks/>
          </p:cNvCxnSpPr>
          <p:nvPr/>
        </p:nvCxnSpPr>
        <p:spPr>
          <a:xfrm flipH="1" flipV="1">
            <a:off x="5896668" y="2663189"/>
            <a:ext cx="755592" cy="1805941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93AB12B-3525-72BF-41A5-7D4984F5EFF6}"/>
              </a:ext>
            </a:extLst>
          </p:cNvPr>
          <p:cNvCxnSpPr>
            <a:cxnSpLocks/>
          </p:cNvCxnSpPr>
          <p:nvPr/>
        </p:nvCxnSpPr>
        <p:spPr>
          <a:xfrm flipH="1" flipV="1">
            <a:off x="4846320" y="3656173"/>
            <a:ext cx="1805940" cy="812957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4E0AA99A-ECCB-AA79-4A4A-DEB79DB0E22E}"/>
              </a:ext>
            </a:extLst>
          </p:cNvPr>
          <p:cNvSpPr/>
          <p:nvPr/>
        </p:nvSpPr>
        <p:spPr>
          <a:xfrm>
            <a:off x="5631098" y="3510439"/>
            <a:ext cx="2128969" cy="191738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9EFCEE9C-027F-E87C-8EDE-B2515AD42453}"/>
              </a:ext>
            </a:extLst>
          </p:cNvPr>
          <p:cNvSpPr/>
          <p:nvPr/>
        </p:nvSpPr>
        <p:spPr>
          <a:xfrm>
            <a:off x="6071755" y="3897630"/>
            <a:ext cx="1257300" cy="114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1100" dirty="0">
                <a:solidFill>
                  <a:schemeClr val="bg2"/>
                </a:solidFill>
              </a:rPr>
              <a:t>Business Data Cloud</a:t>
            </a:r>
          </a:p>
          <a:p>
            <a:pPr algn="ctr"/>
            <a:endParaRPr lang="en-US" altLang="zh-TW" sz="11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5B4DAC-FA82-D950-FE65-0638EBDE5CD6}"/>
              </a:ext>
            </a:extLst>
          </p:cNvPr>
          <p:cNvSpPr/>
          <p:nvPr/>
        </p:nvSpPr>
        <p:spPr>
          <a:xfrm>
            <a:off x="7689458" y="4030504"/>
            <a:ext cx="879019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Customer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experience</a:t>
            </a:r>
            <a:endParaRPr lang="zh-TW" altLang="en-US" sz="9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C1F8A9-E273-097B-FD04-5FEF2B17E6E7}"/>
              </a:ext>
            </a:extLst>
          </p:cNvPr>
          <p:cNvSpPr/>
          <p:nvPr/>
        </p:nvSpPr>
        <p:spPr>
          <a:xfrm>
            <a:off x="6982959" y="3273267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Human c</a:t>
            </a:r>
            <a:r>
              <a:rPr lang="en-US" altLang="zh-TW" sz="900" dirty="0">
                <a:solidFill>
                  <a:schemeClr val="tx1"/>
                </a:solidFill>
              </a:rPr>
              <a:t>apital 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02F68A-10BF-AF3A-CC65-06371AF07F1F}"/>
              </a:ext>
            </a:extLst>
          </p:cNvPr>
          <p:cNvSpPr/>
          <p:nvPr/>
        </p:nvSpPr>
        <p:spPr>
          <a:xfrm>
            <a:off x="6025714" y="2890361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Supplier Chain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2D80F4B-92E2-82B6-F77D-331F33C0CABC}"/>
              </a:ext>
            </a:extLst>
          </p:cNvPr>
          <p:cNvSpPr/>
          <p:nvPr/>
        </p:nvSpPr>
        <p:spPr>
          <a:xfrm>
            <a:off x="4963205" y="3350420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Spend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BB9838-EC85-B531-DB2F-0498CD664602}"/>
              </a:ext>
            </a:extLst>
          </p:cNvPr>
          <p:cNvSpPr/>
          <p:nvPr/>
        </p:nvSpPr>
        <p:spPr>
          <a:xfrm>
            <a:off x="4556933" y="4073368"/>
            <a:ext cx="1339735" cy="30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+mn-lt"/>
              </a:rPr>
              <a:t>Financial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</a:rPr>
              <a:t>management </a:t>
            </a:r>
            <a:endParaRPr lang="en-US" altLang="zh-TW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933B5E3-D447-18FC-DAAB-507F45D0DDCA}"/>
              </a:ext>
            </a:extLst>
          </p:cNvPr>
          <p:cNvSpPr/>
          <p:nvPr/>
        </p:nvSpPr>
        <p:spPr>
          <a:xfrm rot="2569705">
            <a:off x="5620430" y="3496867"/>
            <a:ext cx="2297430" cy="215026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ArchUp">
              <a:avLst/>
            </a:prstTxWarp>
          </a:bodyPr>
          <a:lstStyle/>
          <a:p>
            <a:pPr algn="l"/>
            <a:r>
              <a:rPr lang="en-US" altLang="zh-TW" sz="1800" b="1" dirty="0">
                <a:solidFill>
                  <a:schemeClr val="accent3"/>
                </a:solidFill>
                <a:latin typeface="+mn-lt"/>
              </a:rPr>
              <a:t>Cloud ERP</a:t>
            </a:r>
            <a:endParaRPr lang="zh-TW" altLang="en-US" sz="1800" b="1" dirty="0" err="1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6EEE771-8571-61C6-9794-F81E398EE2B9}"/>
              </a:ext>
            </a:extLst>
          </p:cNvPr>
          <p:cNvSpPr/>
          <p:nvPr/>
        </p:nvSpPr>
        <p:spPr>
          <a:xfrm rot="273239">
            <a:off x="3573271" y="1419816"/>
            <a:ext cx="6276972" cy="628392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Circle">
              <a:avLst/>
            </a:prstTxWarp>
          </a:bodyPr>
          <a:lstStyle/>
          <a:p>
            <a:pPr algn="l"/>
            <a:r>
              <a:rPr lang="en-US" altLang="zh-TW" sz="1000" b="1" dirty="0">
                <a:solidFill>
                  <a:schemeClr val="tx1"/>
                </a:solidFill>
                <a:latin typeface="+mn-lt"/>
              </a:rPr>
              <a:t>Ecosystem solutions   Industry-specific, networked, and sustainable   business transformation management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8AB772F-5B89-3E31-45BD-44B0928C9897}"/>
              </a:ext>
            </a:extLst>
          </p:cNvPr>
          <p:cNvSpPr/>
          <p:nvPr/>
        </p:nvSpPr>
        <p:spPr>
          <a:xfrm rot="273239">
            <a:off x="2846721" y="729361"/>
            <a:ext cx="7738020" cy="768527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Circle">
              <a:avLst>
                <a:gd name="adj" fmla="val 10807724"/>
              </a:avLst>
            </a:prstTxWarp>
          </a:bodyPr>
          <a:lstStyle/>
          <a:p>
            <a:pPr algn="l"/>
            <a:r>
              <a:rPr lang="en-US" altLang="zh-TW" sz="1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rPr>
              <a:t>Joule– the new AI user experience  Embedded AI  Extensibility via Joule Studio  Industry AI  AI-powered business transformation toolchain  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52745D70-DAA3-12E5-BC33-B06DE3A09961}"/>
              </a:ext>
            </a:extLst>
          </p:cNvPr>
          <p:cNvSpPr/>
          <p:nvPr/>
        </p:nvSpPr>
        <p:spPr>
          <a:xfrm rot="4963568">
            <a:off x="3006229" y="477975"/>
            <a:ext cx="7292063" cy="741081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prstTxWarp prst="textCircle">
              <a:avLst/>
            </a:prstTxWarp>
          </a:bodyPr>
          <a:lstStyle/>
          <a:p>
            <a:pPr algn="l"/>
            <a:r>
              <a:rPr lang="en-US" altLang="zh-TW" sz="1400" dirty="0">
                <a:ln w="0"/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Business AI</a:t>
            </a:r>
            <a:endParaRPr lang="zh-TW" altLang="en-US" sz="1400" dirty="0" err="1">
              <a:ln w="0"/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</a:endParaRPr>
          </a:p>
        </p:txBody>
      </p:sp>
      <p:sp>
        <p:nvSpPr>
          <p:cNvPr id="31" name="等腰三角形 30">
            <a:extLst>
              <a:ext uri="{FF2B5EF4-FFF2-40B4-BE49-F238E27FC236}">
                <a16:creationId xmlns:a16="http://schemas.microsoft.com/office/drawing/2014/main" id="{2EB8E2A5-EDB5-1C8C-9D7F-C268B8D6CF3F}"/>
              </a:ext>
            </a:extLst>
          </p:cNvPr>
          <p:cNvSpPr/>
          <p:nvPr/>
        </p:nvSpPr>
        <p:spPr>
          <a:xfrm>
            <a:off x="2609684" y="4519136"/>
            <a:ext cx="536616" cy="1036483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A4BDD865-D3F3-7E19-F1B3-15376BE9FC27}"/>
              </a:ext>
            </a:extLst>
          </p:cNvPr>
          <p:cNvSpPr/>
          <p:nvPr/>
        </p:nvSpPr>
        <p:spPr>
          <a:xfrm flipH="1">
            <a:off x="10277377" y="4462846"/>
            <a:ext cx="595618" cy="1096700"/>
          </a:xfrm>
          <a:prstGeom prst="triangle">
            <a:avLst>
              <a:gd name="adj" fmla="val 971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01E7645-D248-3956-0D28-02977A8B2FFF}"/>
              </a:ext>
            </a:extLst>
          </p:cNvPr>
          <p:cNvSpPr/>
          <p:nvPr/>
        </p:nvSpPr>
        <p:spPr>
          <a:xfrm>
            <a:off x="3145449" y="4511949"/>
            <a:ext cx="7179428" cy="111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FD6BB6CC-4A5C-D4B8-8C5F-8D3C37EB8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440" y="2519961"/>
            <a:ext cx="4176122" cy="3767655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A8F91B3E-EA08-240B-E753-5338BE6700ED}"/>
              </a:ext>
            </a:extLst>
          </p:cNvPr>
          <p:cNvSpPr/>
          <p:nvPr/>
        </p:nvSpPr>
        <p:spPr>
          <a:xfrm>
            <a:off x="3125096" y="4601958"/>
            <a:ext cx="7179428" cy="954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TW" sz="1600" dirty="0">
              <a:solidFill>
                <a:schemeClr val="bg2">
                  <a:lumMod val="95000"/>
                </a:schemeClr>
              </a:solidFill>
              <a:latin typeface="+mn-lt"/>
            </a:endParaRPr>
          </a:p>
          <a:p>
            <a:pPr algn="ctr"/>
            <a:r>
              <a:rPr lang="en-US" altLang="zh-TW" sz="1600" dirty="0">
                <a:solidFill>
                  <a:schemeClr val="bg2">
                    <a:lumMod val="95000"/>
                  </a:schemeClr>
                </a:solidFill>
                <a:latin typeface="+mn-lt"/>
              </a:rPr>
              <a:t>Business Technology Platform</a:t>
            </a:r>
            <a:endParaRPr lang="zh-TW" altLang="en-US" sz="1600" dirty="0" err="1">
              <a:solidFill>
                <a:schemeClr val="bg2">
                  <a:lumMod val="95000"/>
                </a:schemeClr>
              </a:solidFill>
              <a:latin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AA20F4-9B17-772A-CAE1-763035A8C572}"/>
              </a:ext>
            </a:extLst>
          </p:cNvPr>
          <p:cNvSpPr/>
          <p:nvPr/>
        </p:nvSpPr>
        <p:spPr>
          <a:xfrm>
            <a:off x="1996198" y="5386014"/>
            <a:ext cx="9338310" cy="2759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zh-TW" altLang="en-US" sz="2000" dirty="0" err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C95089D-FB62-2CD5-A7F4-B96DE3E8539E}"/>
              </a:ext>
            </a:extLst>
          </p:cNvPr>
          <p:cNvSpPr/>
          <p:nvPr/>
        </p:nvSpPr>
        <p:spPr>
          <a:xfrm>
            <a:off x="2707338" y="5496681"/>
            <a:ext cx="4034008" cy="75509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TW" sz="1400" dirty="0">
              <a:solidFill>
                <a:schemeClr val="bg2">
                  <a:lumMod val="95000"/>
                </a:schemeClr>
              </a:solidFill>
              <a:latin typeface="+mn-lt"/>
            </a:endParaRPr>
          </a:p>
          <a:p>
            <a:pPr algn="ctr"/>
            <a:r>
              <a:rPr lang="en-US" altLang="zh-TW" sz="1400" dirty="0">
                <a:solidFill>
                  <a:schemeClr val="bg2">
                    <a:lumMod val="95000"/>
                  </a:schemeClr>
                </a:solidFill>
                <a:latin typeface="+mn-lt"/>
              </a:rPr>
              <a:t>Agent &amp; Application Development</a:t>
            </a:r>
            <a:endParaRPr lang="zh-TW" altLang="en-US" sz="1400" dirty="0" err="1">
              <a:solidFill>
                <a:schemeClr val="bg2">
                  <a:lumMod val="95000"/>
                </a:schemeClr>
              </a:solidFill>
              <a:latin typeface="+mn-lt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4AF5BBF4-F873-F731-7D79-52B1ADA74E9A}"/>
              </a:ext>
            </a:extLst>
          </p:cNvPr>
          <p:cNvSpPr/>
          <p:nvPr/>
        </p:nvSpPr>
        <p:spPr>
          <a:xfrm>
            <a:off x="6799885" y="5490674"/>
            <a:ext cx="3991909" cy="75509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TW" sz="1400" dirty="0">
              <a:solidFill>
                <a:schemeClr val="bg2">
                  <a:lumMod val="95000"/>
                </a:schemeClr>
              </a:solidFill>
            </a:endParaRPr>
          </a:p>
          <a:p>
            <a:pPr algn="ctr"/>
            <a:r>
              <a:rPr lang="en-US" altLang="zh-TW" sz="1400" dirty="0">
                <a:solidFill>
                  <a:schemeClr val="bg2">
                    <a:lumMod val="95000"/>
                  </a:schemeClr>
                </a:solidFill>
              </a:rPr>
              <a:t>Integration</a:t>
            </a:r>
            <a:endParaRPr lang="zh-TW" altLang="en-US" sz="1400" dirty="0" err="1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BACA5BF-CB2F-9FC3-49D0-98D789B63E34}"/>
              </a:ext>
            </a:extLst>
          </p:cNvPr>
          <p:cNvSpPr/>
          <p:nvPr/>
        </p:nvSpPr>
        <p:spPr>
          <a:xfrm>
            <a:off x="2689873" y="6362169"/>
            <a:ext cx="8138397" cy="75509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TW" sz="1400" dirty="0">
              <a:solidFill>
                <a:schemeClr val="bg2">
                  <a:lumMod val="95000"/>
                </a:schemeClr>
              </a:solidFill>
            </a:endParaRPr>
          </a:p>
          <a:p>
            <a:pPr algn="ctr"/>
            <a:r>
              <a:rPr lang="en-US" altLang="zh-TW" sz="1400" dirty="0">
                <a:solidFill>
                  <a:schemeClr val="bg2">
                    <a:lumMod val="95000"/>
                  </a:schemeClr>
                </a:solidFill>
              </a:rPr>
              <a:t>AI</a:t>
            </a:r>
            <a:r>
              <a:rPr lang="zh-TW" altLang="en-US" sz="1400" dirty="0">
                <a:solidFill>
                  <a:schemeClr val="bg2">
                    <a:lumMod val="95000"/>
                  </a:schemeClr>
                </a:solidFill>
              </a:rPr>
              <a:t> </a:t>
            </a:r>
            <a:r>
              <a:rPr lang="en-US" altLang="zh-TW" sz="1400" dirty="0">
                <a:solidFill>
                  <a:schemeClr val="bg2">
                    <a:lumMod val="95000"/>
                  </a:schemeClr>
                </a:solidFill>
              </a:rPr>
              <a:t>&amp;</a:t>
            </a:r>
            <a:r>
              <a:rPr lang="zh-TW" altLang="en-US" sz="1400" dirty="0">
                <a:solidFill>
                  <a:schemeClr val="bg2">
                    <a:lumMod val="95000"/>
                  </a:schemeClr>
                </a:solidFill>
              </a:rPr>
              <a:t> </a:t>
            </a:r>
            <a:r>
              <a:rPr lang="en-US" altLang="zh-TW" sz="1400" dirty="0">
                <a:solidFill>
                  <a:schemeClr val="bg2">
                    <a:lumMod val="95000"/>
                  </a:schemeClr>
                </a:solidFill>
              </a:rPr>
              <a:t>Data Foundation</a:t>
            </a:r>
            <a:endParaRPr lang="zh-TW" altLang="en-US" sz="1400" dirty="0" err="1">
              <a:solidFill>
                <a:schemeClr val="bg2">
                  <a:lumMod val="95000"/>
                </a:schemeClr>
              </a:solidFill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43A7C559-D3DD-FA51-449F-140B1AD1D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615" y="1077613"/>
            <a:ext cx="388232" cy="388232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487402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wysT9Ms6ZsftG.YBqWH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5HRCqJPKSovdi37yQVVSg"/>
</p:tagLst>
</file>

<file path=ppt/theme/theme1.xml><?xml version="1.0" encoding="utf-8"?>
<a:theme xmlns:a="http://schemas.openxmlformats.org/drawingml/2006/main" name="9_Light Background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/>
      <a:lstStyle>
        <a:defPPr algn="l">
          <a:defRPr sz="20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91440" tIns="45720" rIns="91440" bIns="4572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OVERS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/>
      <a:lstStyle>
        <a:defPPr algn="l">
          <a:defRPr sz="20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91440" tIns="45720" rIns="91440" bIns="4572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vers, ©, end slides ">
  <a:themeElements>
    <a:clrScheme name="Custom IBV 2022 V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961FD"/>
      </a:accent1>
      <a:accent2>
        <a:srgbClr val="A56EFE"/>
      </a:accent2>
      <a:accent3>
        <a:srgbClr val="001D6C"/>
      </a:accent3>
      <a:accent4>
        <a:srgbClr val="009D99"/>
      </a:accent4>
      <a:accent5>
        <a:srgbClr val="32B0FF"/>
      </a:accent5>
      <a:accent6>
        <a:srgbClr val="8D8C8C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192E8"/>
        </a:solidFill>
        <a:ln w="19050">
          <a:noFill/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0000"/>
          </a:lnSpc>
          <a:spcBef>
            <a:spcPts val="1800"/>
          </a:spcBef>
          <a:defRPr sz="18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ey100">
      <a:srgbClr val="161616"/>
    </a:custClr>
    <a:custClr name="Grey90">
      <a:srgbClr val="262626"/>
    </a:custClr>
    <a:custClr name="Grey80">
      <a:srgbClr val="393939"/>
    </a:custClr>
    <a:custClr name="Grey70">
      <a:srgbClr val="525252"/>
    </a:custClr>
    <a:custClr name="Grey60">
      <a:srgbClr val="6F6F6F"/>
    </a:custClr>
    <a:custClr name="Grey50">
      <a:srgbClr val="8D8D8D"/>
    </a:custClr>
    <a:custClr name="Grey40">
      <a:srgbClr val="A8A8A8"/>
    </a:custClr>
    <a:custClr name="Grey30">
      <a:srgbClr val="C6C6C6"/>
    </a:custClr>
    <a:custClr name="Grey20">
      <a:srgbClr val="E0E0E0"/>
    </a:custClr>
    <a:custClr name="Grey10">
      <a:srgbClr val="F4F4F4"/>
    </a:custClr>
    <a:custClr name="Blue100">
      <a:srgbClr val="001141"/>
    </a:custClr>
    <a:custClr name="Blue90">
      <a:srgbClr val="001D6C"/>
    </a:custClr>
    <a:custClr name="Blue80">
      <a:srgbClr val="002D9C"/>
    </a:custClr>
    <a:custClr name="Blue70">
      <a:srgbClr val="0043CE"/>
    </a:custClr>
    <a:custClr name="Blue60">
      <a:srgbClr val="0F62FE"/>
    </a:custClr>
    <a:custClr name="Cyan50">
      <a:srgbClr val="1192E8"/>
    </a:custClr>
    <a:custClr name="Cyan40">
      <a:srgbClr val="33B1FF"/>
    </a:custClr>
    <a:custClr name="Cyan30">
      <a:srgbClr val="82CFFF"/>
    </a:custClr>
    <a:custClr name="Cyan20">
      <a:srgbClr val="BAE6FF"/>
    </a:custClr>
    <a:custClr name="Cyan10">
      <a:srgbClr val="E5F6FF"/>
    </a:custClr>
    <a:custClr name="Red60">
      <a:srgbClr val="DA1E28"/>
    </a:custClr>
    <a:custClr name="Red50">
      <a:srgbClr val="FA4D56"/>
    </a:custClr>
    <a:custClr name="Red30">
      <a:srgbClr val="FFB3B8"/>
    </a:custClr>
    <a:custClr name="Red20">
      <a:srgbClr val="FFD7D9"/>
    </a:custClr>
    <a:custClr name="Red10">
      <a:srgbClr val="FFF1F1"/>
    </a:custClr>
    <a:custClr name="Magenta60">
      <a:srgbClr val="D02670"/>
    </a:custClr>
    <a:custClr name="Magenta50">
      <a:srgbClr val="EE5396"/>
    </a:custClr>
    <a:custClr name="Magenta30">
      <a:srgbClr val="FFAFD2"/>
    </a:custClr>
    <a:custClr name="Magenta20">
      <a:srgbClr val="FFD6E8"/>
    </a:custClr>
    <a:custClr name="Magenta10">
      <a:srgbClr val="FFF0F7"/>
    </a:custClr>
    <a:custClr name="Purple60">
      <a:srgbClr val="8A3FFC"/>
    </a:custClr>
    <a:custClr name="Purple50">
      <a:srgbClr val="A56EFF"/>
    </a:custClr>
    <a:custClr name="Purple30">
      <a:srgbClr val="D4BBFF"/>
    </a:custClr>
    <a:custClr name="Purple20">
      <a:srgbClr val="E8DAFF"/>
    </a:custClr>
    <a:custClr name="Purple10">
      <a:srgbClr val="F6F2FF"/>
    </a:custClr>
    <a:custClr name="Teal60">
      <a:srgbClr val="007D79"/>
    </a:custClr>
    <a:custClr name="Teal50">
      <a:srgbClr val="009D9A"/>
    </a:custClr>
    <a:custClr name="Teal30">
      <a:srgbClr val="3DDBD9"/>
    </a:custClr>
    <a:custClr name="Teal20">
      <a:srgbClr val="9EF0F0"/>
    </a:custClr>
    <a:custClr name="Teal10">
      <a:srgbClr val="D9FBFB"/>
    </a:custClr>
    <a:custClr name="Green60">
      <a:srgbClr val="198038"/>
    </a:custClr>
    <a:custClr name="Green50">
      <a:srgbClr val="24A148"/>
    </a:custClr>
    <a:custClr name="Green30">
      <a:srgbClr val="6FDC8C"/>
    </a:custClr>
    <a:custClr name="Green20">
      <a:srgbClr val="A7F0BA"/>
    </a:custClr>
    <a:custClr name="Green10">
      <a:srgbClr val="DEFBE6"/>
    </a:custClr>
    <a:custClr name="Yellow30">
      <a:srgbClr val="F1C21B"/>
    </a:custClr>
    <a:custClr name="Yellow20">
      <a:srgbClr val="FDDC69"/>
    </a:custClr>
    <a:custClr name="Yellow10">
      <a:srgbClr val="FCF4D6"/>
    </a:custClr>
    <a:custClr name="Blue20">
      <a:srgbClr val="D0E2FF"/>
    </a:custClr>
    <a:custClr name="Blue10">
      <a:srgbClr val="EDF5FF"/>
    </a:custClr>
  </a:custClrLst>
  <a:extLst>
    <a:ext uri="{05A4C25C-085E-4340-85A3-A5531E510DB2}">
      <thm15:themeFamily xmlns:thm15="http://schemas.microsoft.com/office/thememl/2012/main" name="IBV quick-start master_2023" id="{BB2D0C5A-0E6C-9242-ADC0-BF675CDE970A}" vid="{B3DB483F-9AA0-1145-B849-4FFF9A17BF7F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2298</TotalTime>
  <Words>705</Words>
  <Application>Microsoft Office PowerPoint</Application>
  <PresentationFormat>自訂</PresentationFormat>
  <Paragraphs>192</Paragraphs>
  <Slides>27</Slides>
  <Notes>13</Notes>
  <HiddenSlides>0</HiddenSlides>
  <MMClips>0</MMClips>
  <ScaleCrop>false</ScaleCrop>
  <HeadingPairs>
    <vt:vector size="8" baseType="variant">
      <vt:variant>
        <vt:lpstr>使用字型</vt:lpstr>
      </vt:variant>
      <vt:variant>
        <vt:i4>17</vt:i4>
      </vt:variant>
      <vt:variant>
        <vt:lpstr>佈景主題</vt:lpstr>
      </vt:variant>
      <vt:variant>
        <vt:i4>5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50" baseType="lpstr">
      <vt:lpstr>.AppleSystemUIFont</vt:lpstr>
      <vt:lpstr>Arial Regular</vt:lpstr>
      <vt:lpstr>IBM Plex Sans Regular</vt:lpstr>
      <vt:lpstr>LucidaGrande</vt:lpstr>
      <vt:lpstr>System Font Regular</vt:lpstr>
      <vt:lpstr>Microsoft JhengHei</vt:lpstr>
      <vt:lpstr>Aptos</vt:lpstr>
      <vt:lpstr>Aptos Display</vt:lpstr>
      <vt:lpstr>Arial</vt:lpstr>
      <vt:lpstr>Calibri</vt:lpstr>
      <vt:lpstr>Consolas</vt:lpstr>
      <vt:lpstr>IBM Plex Sans</vt:lpstr>
      <vt:lpstr>IBM Plex Sans Bold</vt:lpstr>
      <vt:lpstr>IBM Plex Sans ExtLt</vt:lpstr>
      <vt:lpstr>IBM Plex Sans Light</vt:lpstr>
      <vt:lpstr>IBM Plex Sans Medm</vt:lpstr>
      <vt:lpstr>Wingdings</vt:lpstr>
      <vt:lpstr>9_Light Background</vt:lpstr>
      <vt:lpstr>4_COVERS</vt:lpstr>
      <vt:lpstr>Covers, ©, end slides </vt:lpstr>
      <vt:lpstr>1_Office Theme</vt:lpstr>
      <vt:lpstr>Office 佈景主題</vt:lpstr>
      <vt:lpstr>think-cell Slide</vt:lpstr>
      <vt:lpstr>PowerPoint 簡報</vt:lpstr>
      <vt:lpstr>PowerPoint 簡報</vt:lpstr>
      <vt:lpstr>PowerPoint 簡報</vt:lpstr>
      <vt:lpstr>SAP Business Suite (Modular Cloud Suite) - BTP</vt:lpstr>
      <vt:lpstr>BTP Overview</vt:lpstr>
      <vt:lpstr>BTP Overview</vt:lpstr>
      <vt:lpstr>BTP Overview</vt:lpstr>
      <vt:lpstr>BTP Overview - Integration</vt:lpstr>
      <vt:lpstr>PowerPoint 簡報</vt:lpstr>
      <vt:lpstr>BTP Overview - Subaccount</vt:lpstr>
      <vt:lpstr>BTP Overview - Subaccount</vt:lpstr>
      <vt:lpstr>BTP Overview - Subaccount</vt:lpstr>
      <vt:lpstr>PowerPoint 簡報</vt:lpstr>
      <vt:lpstr>近期會議安排</vt:lpstr>
      <vt:lpstr>PowerPoint 簡報</vt:lpstr>
      <vt:lpstr>PowerPoint 簡報</vt:lpstr>
      <vt:lpstr>成功關鍵 </vt:lpstr>
      <vt:lpstr>PowerPoint 簡報</vt:lpstr>
      <vt:lpstr>PowerPoint 簡報</vt:lpstr>
      <vt:lpstr>BTP Overview</vt:lpstr>
      <vt:lpstr>PowerPoint 簡報</vt:lpstr>
      <vt:lpstr>PowerPoint 簡報</vt:lpstr>
      <vt:lpstr>PowerPoint 簡報</vt:lpstr>
      <vt:lpstr>PowerPoint 簡報</vt:lpstr>
      <vt:lpstr>PowerPoint 簡報</vt:lpstr>
      <vt:lpstr>BTP Overview - Subaccount</vt:lpstr>
      <vt:lpstr>BTP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Weber</dc:creator>
  <cp:lastModifiedBy>KC Huang</cp:lastModifiedBy>
  <cp:revision>13</cp:revision>
  <cp:lastPrinted>2018-05-03T00:37:00Z</cp:lastPrinted>
  <dcterms:created xsi:type="dcterms:W3CDTF">2017-10-15T17:28:19Z</dcterms:created>
  <dcterms:modified xsi:type="dcterms:W3CDTF">2026-05-27T10:27:56Z</dcterms:modified>
</cp:coreProperties>
</file>